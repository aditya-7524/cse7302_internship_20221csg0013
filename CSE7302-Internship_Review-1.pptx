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9" r:id="rId2"/>
    <p:sldId id="260" r:id="rId3"/>
    <p:sldId id="270" r:id="rId4"/>
    <p:sldId id="261" r:id="rId5"/>
    <p:sldId id="27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BFC661-EFB5-4A11-9D8A-FBE8F33D84D1}" v="1" dt="2026-01-15T16:31:48.46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4660"/>
  </p:normalViewPr>
  <p:slideViewPr>
    <p:cSldViewPr snapToGrid="0">
      <p:cViewPr varScale="1">
        <p:scale>
          <a:sx n="82" d="100"/>
          <a:sy n="82" d="100"/>
        </p:scale>
        <p:origin x="8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Kulkarni" userId="cbd3b2f186323f70" providerId="LiveId" clId="{9991D43E-9479-4B29-B398-EC08BCCA3279}"/>
    <pc:docChg chg="modSld">
      <pc:chgData name="Aditya Kulkarni" userId="cbd3b2f186323f70" providerId="LiveId" clId="{9991D43E-9479-4B29-B398-EC08BCCA3279}" dt="2026-01-16T06:21:36.760" v="22" actId="20577"/>
      <pc:docMkLst>
        <pc:docMk/>
      </pc:docMkLst>
      <pc:sldChg chg="modSp mod">
        <pc:chgData name="Aditya Kulkarni" userId="cbd3b2f186323f70" providerId="LiveId" clId="{9991D43E-9479-4B29-B398-EC08BCCA3279}" dt="2026-01-16T06:21:36.760" v="22" actId="20577"/>
        <pc:sldMkLst>
          <pc:docMk/>
          <pc:sldMk cId="3066724582" sldId="259"/>
        </pc:sldMkLst>
        <pc:spChg chg="mod">
          <ac:chgData name="Aditya Kulkarni" userId="cbd3b2f186323f70" providerId="LiveId" clId="{9991D43E-9479-4B29-B398-EC08BCCA3279}" dt="2026-01-16T06:21:36.760" v="22" actId="20577"/>
          <ac:spMkLst>
            <pc:docMk/>
            <pc:sldMk cId="3066724582" sldId="259"/>
            <ac:spMk id="9" creationId="{00000000-0000-0000-0000-000000000000}"/>
          </ac:spMkLst>
        </pc:spChg>
      </pc:sldChg>
      <pc:sldChg chg="modSp mod">
        <pc:chgData name="Aditya Kulkarni" userId="cbd3b2f186323f70" providerId="LiveId" clId="{9991D43E-9479-4B29-B398-EC08BCCA3279}" dt="2026-01-15T16:32:41.837" v="2" actId="255"/>
        <pc:sldMkLst>
          <pc:docMk/>
          <pc:sldMk cId="658682123" sldId="262"/>
        </pc:sldMkLst>
        <pc:spChg chg="mod">
          <ac:chgData name="Aditya Kulkarni" userId="cbd3b2f186323f70" providerId="LiveId" clId="{9991D43E-9479-4B29-B398-EC08BCCA3279}" dt="2026-01-15T16:32:41.837" v="2" actId="255"/>
          <ac:spMkLst>
            <pc:docMk/>
            <pc:sldMk cId="658682123" sldId="262"/>
            <ac:spMk id="6" creationId="{DE324063-62B6-C54B-C9FE-39726CDDD65E}"/>
          </ac:spMkLst>
        </pc:spChg>
      </pc:sldChg>
      <pc:sldChg chg="modSp">
        <pc:chgData name="Aditya Kulkarni" userId="cbd3b2f186323f70" providerId="LiveId" clId="{9991D43E-9479-4B29-B398-EC08BCCA3279}" dt="2026-01-15T16:31:48.469" v="0"/>
        <pc:sldMkLst>
          <pc:docMk/>
          <pc:sldMk cId="295621377" sldId="267"/>
        </pc:sldMkLst>
        <pc:spChg chg="mod">
          <ac:chgData name="Aditya Kulkarni" userId="cbd3b2f186323f70" providerId="LiveId" clId="{9991D43E-9479-4B29-B398-EC08BCCA3279}" dt="2026-01-15T16:31:48.469" v="0"/>
          <ac:spMkLst>
            <pc:docMk/>
            <pc:sldMk cId="295621377" sldId="267"/>
            <ac:spMk id="3" creationId="{00000000-0000-0000-0000-000000000000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51524B-FB67-4894-A0C5-35151E149D68}" type="doc">
      <dgm:prSet loTypeId="urn:microsoft.com/office/officeart/2011/layout/InterconnectedBlockProcess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88D96B0-D16E-4763-B393-84178CF4FF50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gm:t>
    </dgm:pt>
    <dgm:pt modelId="{080A6B9D-C27D-4227-AC65-3C97878D78C4}" type="parTrans" cxnId="{8CB593F6-6C5D-4606-B959-3E27F9872EC1}">
      <dgm:prSet/>
      <dgm:spPr/>
      <dgm:t>
        <a:bodyPr/>
        <a:lstStyle/>
        <a:p>
          <a:endParaRPr lang="en-US"/>
        </a:p>
      </dgm:t>
    </dgm:pt>
    <dgm:pt modelId="{19B27CEC-4BAD-44A7-A9A7-B7A8B23ADCFD}" type="sibTrans" cxnId="{8CB593F6-6C5D-4606-B959-3E27F9872EC1}">
      <dgm:prSet/>
      <dgm:spPr/>
      <dgm:t>
        <a:bodyPr/>
        <a:lstStyle/>
        <a:p>
          <a:endParaRPr lang="en-US"/>
        </a:p>
      </dgm:t>
    </dgm:pt>
    <dgm:pt modelId="{D471E45F-B026-44AA-9616-57E786AE80AF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Onboarding, role, responsibility discussion and  project planning.</a:t>
          </a:r>
        </a:p>
      </dgm:t>
    </dgm:pt>
    <dgm:pt modelId="{326A986D-69A4-4AC0-AD9B-462FFC9C3F18}" type="parTrans" cxnId="{AEE28BEF-3F73-41A5-9307-D42A450FCA17}">
      <dgm:prSet/>
      <dgm:spPr/>
      <dgm:t>
        <a:bodyPr/>
        <a:lstStyle/>
        <a:p>
          <a:endParaRPr lang="en-US"/>
        </a:p>
      </dgm:t>
    </dgm:pt>
    <dgm:pt modelId="{304E70AD-39C7-4C28-BF7B-6EE91BAE97B7}" type="sibTrans" cxnId="{AEE28BEF-3F73-41A5-9307-D42A450FCA17}">
      <dgm:prSet/>
      <dgm:spPr/>
      <dgm:t>
        <a:bodyPr/>
        <a:lstStyle/>
        <a:p>
          <a:endParaRPr lang="en-US"/>
        </a:p>
      </dgm:t>
    </dgm:pt>
    <dgm:pt modelId="{7B3055AA-BF7C-46D0-9A9E-60087B9F57B4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gm:t>
    </dgm:pt>
    <dgm:pt modelId="{F772EF41-D2BB-4368-8327-B4E332165F48}" type="parTrans" cxnId="{6C7D4BBB-EED6-4011-9FBC-87F683D5B245}">
      <dgm:prSet/>
      <dgm:spPr/>
      <dgm:t>
        <a:bodyPr/>
        <a:lstStyle/>
        <a:p>
          <a:endParaRPr lang="en-US"/>
        </a:p>
      </dgm:t>
    </dgm:pt>
    <dgm:pt modelId="{B81593E2-4CAC-4783-8D2D-E9DDD236A942}" type="sibTrans" cxnId="{6C7D4BBB-EED6-4011-9FBC-87F683D5B245}">
      <dgm:prSet/>
      <dgm:spPr/>
      <dgm:t>
        <a:bodyPr/>
        <a:lstStyle/>
        <a:p>
          <a:endParaRPr lang="en-US"/>
        </a:p>
      </dgm:t>
    </dgm:pt>
    <dgm:pt modelId="{9FED87C4-3F3B-4A18-9185-9F80CFEDEA2E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Finalized design decisions</a:t>
          </a:r>
        </a:p>
      </dgm:t>
    </dgm:pt>
    <dgm:pt modelId="{669F5586-1E47-4A85-AA72-0E435BABD665}" type="parTrans" cxnId="{27611794-B6EF-4593-A560-02BF7692DC5A}">
      <dgm:prSet/>
      <dgm:spPr/>
      <dgm:t>
        <a:bodyPr/>
        <a:lstStyle/>
        <a:p>
          <a:endParaRPr lang="en-US"/>
        </a:p>
      </dgm:t>
    </dgm:pt>
    <dgm:pt modelId="{AD0D1882-5210-4A49-9875-4AAC43595580}" type="sibTrans" cxnId="{27611794-B6EF-4593-A560-02BF7692DC5A}">
      <dgm:prSet/>
      <dgm:spPr/>
      <dgm:t>
        <a:bodyPr/>
        <a:lstStyle/>
        <a:p>
          <a:endParaRPr lang="en-US"/>
        </a:p>
      </dgm:t>
    </dgm:pt>
    <dgm:pt modelId="{A59EC69B-8F3F-425B-819F-E8C557946AE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gm:t>
    </dgm:pt>
    <dgm:pt modelId="{0095C3CB-916F-4060-A8DA-DD282FB51587}" type="parTrans" cxnId="{D1BA1DD0-A52A-47BF-962D-9810C87E1576}">
      <dgm:prSet/>
      <dgm:spPr/>
      <dgm:t>
        <a:bodyPr/>
        <a:lstStyle/>
        <a:p>
          <a:endParaRPr lang="en-US"/>
        </a:p>
      </dgm:t>
    </dgm:pt>
    <dgm:pt modelId="{2868AD8D-4E38-46CE-A972-709857BF40AC}" type="sibTrans" cxnId="{D1BA1DD0-A52A-47BF-962D-9810C87E1576}">
      <dgm:prSet/>
      <dgm:spPr/>
      <dgm:t>
        <a:bodyPr/>
        <a:lstStyle/>
        <a:p>
          <a:endParaRPr lang="en-US"/>
        </a:p>
      </dgm:t>
    </dgm:pt>
    <dgm:pt modelId="{73DB572E-062D-41AD-8033-D361B8E583DB}">
      <dgm:prSet phldrT="[Text]" phldr="0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React.js implementation</a:t>
          </a:r>
        </a:p>
      </dgm:t>
    </dgm:pt>
    <dgm:pt modelId="{75D01B62-D132-48B8-9D06-D0A551A21107}" type="parTrans" cxnId="{AA17007A-110D-43AE-B6F2-DF2DF885F2E2}">
      <dgm:prSet/>
      <dgm:spPr/>
      <dgm:t>
        <a:bodyPr/>
        <a:lstStyle/>
        <a:p>
          <a:endParaRPr lang="en-US"/>
        </a:p>
      </dgm:t>
    </dgm:pt>
    <dgm:pt modelId="{98BDB650-3386-4D3D-8E80-609010499291}" type="sibTrans" cxnId="{AA17007A-110D-43AE-B6F2-DF2DF885F2E2}">
      <dgm:prSet/>
      <dgm:spPr/>
      <dgm:t>
        <a:bodyPr/>
        <a:lstStyle/>
        <a:p>
          <a:endParaRPr lang="en-US"/>
        </a:p>
      </dgm:t>
    </dgm:pt>
    <dgm:pt modelId="{5E92505A-51E0-4F78-B3C5-704ACF8710DE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gm:t>
    </dgm:pt>
    <dgm:pt modelId="{765B1266-7CE2-4F9C-AE38-D97DFBC1B151}" type="parTrans" cxnId="{DA8CD5E8-B2EE-41E4-8EC6-CFB41D688F68}">
      <dgm:prSet/>
      <dgm:spPr/>
      <dgm:t>
        <a:bodyPr/>
        <a:lstStyle/>
        <a:p>
          <a:endParaRPr lang="en-US"/>
        </a:p>
      </dgm:t>
    </dgm:pt>
    <dgm:pt modelId="{5E9E6A6F-635A-4791-A107-01E95B62EA08}" type="sibTrans" cxnId="{DA8CD5E8-B2EE-41E4-8EC6-CFB41D688F68}">
      <dgm:prSet/>
      <dgm:spPr/>
      <dgm:t>
        <a:bodyPr/>
        <a:lstStyle/>
        <a:p>
          <a:endParaRPr lang="en-US"/>
        </a:p>
      </dgm:t>
    </dgm:pt>
    <dgm:pt modelId="{65C051F6-A849-4495-A964-CD4C650B9C06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gm:t>
    </dgm:pt>
    <dgm:pt modelId="{C24738E5-1547-4D8D-A2CE-64D703ECDF78}" type="parTrans" cxnId="{521FD508-C5FD-4804-AFDC-D1FF9945B211}">
      <dgm:prSet/>
      <dgm:spPr/>
      <dgm:t>
        <a:bodyPr/>
        <a:lstStyle/>
        <a:p>
          <a:endParaRPr lang="en-US"/>
        </a:p>
      </dgm:t>
    </dgm:pt>
    <dgm:pt modelId="{196A2EB9-DD96-4630-B699-7AF000340374}" type="sibTrans" cxnId="{521FD508-C5FD-4804-AFDC-D1FF9945B211}">
      <dgm:prSet/>
      <dgm:spPr/>
      <dgm:t>
        <a:bodyPr/>
        <a:lstStyle/>
        <a:p>
          <a:endParaRPr lang="en-US"/>
        </a:p>
      </dgm:t>
    </dgm:pt>
    <dgm:pt modelId="{BE4FACB6-B6B8-4C03-9C59-E036FB9A68AF}">
      <dgm:prSet/>
      <dgm:spPr/>
      <dgm:t>
        <a:bodyPr/>
        <a:lstStyle/>
        <a:p>
          <a:r>
            <a:rPr lang="en-IN" dirty="0"/>
            <a:t>Collaborate with team to integrate backend and AI solutions</a:t>
          </a:r>
        </a:p>
      </dgm:t>
    </dgm:pt>
    <dgm:pt modelId="{77774F27-EA8B-45C8-A152-CA8620BC5962}" type="parTrans" cxnId="{AC20E1C2-4B77-44E7-AD07-F211F6C93F7F}">
      <dgm:prSet/>
      <dgm:spPr/>
      <dgm:t>
        <a:bodyPr/>
        <a:lstStyle/>
        <a:p>
          <a:endParaRPr lang="en-IN"/>
        </a:p>
      </dgm:t>
    </dgm:pt>
    <dgm:pt modelId="{EE6C6A5D-F0B1-400C-9F42-5E2193C2298B}" type="sibTrans" cxnId="{AC20E1C2-4B77-44E7-AD07-F211F6C93F7F}">
      <dgm:prSet/>
      <dgm:spPr/>
      <dgm:t>
        <a:bodyPr/>
        <a:lstStyle/>
        <a:p>
          <a:endParaRPr lang="en-IN"/>
        </a:p>
      </dgm:t>
    </dgm:pt>
    <dgm:pt modelId="{A53BB98A-B94E-4166-A4DF-AE086EFFCBDF}">
      <dgm:prSet/>
      <dgm:spPr/>
      <dgm:t>
        <a:bodyPr/>
        <a:lstStyle/>
        <a:p>
          <a:endParaRPr lang="en-IN" dirty="0"/>
        </a:p>
      </dgm:t>
    </dgm:pt>
    <dgm:pt modelId="{530664E7-9915-4E26-A6EE-2BEE6E421586}" type="parTrans" cxnId="{D14A45D5-1929-4EB3-8163-BE77157A1CAC}">
      <dgm:prSet/>
      <dgm:spPr/>
      <dgm:t>
        <a:bodyPr/>
        <a:lstStyle/>
        <a:p>
          <a:endParaRPr lang="en-IN"/>
        </a:p>
      </dgm:t>
    </dgm:pt>
    <dgm:pt modelId="{0E14F327-4707-449F-871E-3943D350F14E}" type="sibTrans" cxnId="{D14A45D5-1929-4EB3-8163-BE77157A1CAC}">
      <dgm:prSet/>
      <dgm:spPr/>
      <dgm:t>
        <a:bodyPr/>
        <a:lstStyle/>
        <a:p>
          <a:endParaRPr lang="en-IN"/>
        </a:p>
      </dgm:t>
    </dgm:pt>
    <dgm:pt modelId="{3170BB94-639E-427B-BF50-1B5079195BAA}">
      <dgm:prSet/>
      <dgm:spPr/>
      <dgm:t>
        <a:bodyPr/>
        <a:lstStyle/>
        <a:p>
          <a:r>
            <a:rPr lang="en-IN" dirty="0"/>
            <a:t>Fully functional Responsive company website</a:t>
          </a:r>
        </a:p>
      </dgm:t>
    </dgm:pt>
    <dgm:pt modelId="{3C6A79D1-AAA2-4EEF-9E13-372AD2FA0C7D}" type="parTrans" cxnId="{4610C296-E6EE-4E64-9832-5D57A40BE331}">
      <dgm:prSet/>
      <dgm:spPr/>
      <dgm:t>
        <a:bodyPr/>
        <a:lstStyle/>
        <a:p>
          <a:endParaRPr lang="en-IN"/>
        </a:p>
      </dgm:t>
    </dgm:pt>
    <dgm:pt modelId="{B5A9FF4C-B1B2-4FD3-98B4-4A3CF7259F7C}" type="sibTrans" cxnId="{4610C296-E6EE-4E64-9832-5D57A40BE331}">
      <dgm:prSet/>
      <dgm:spPr/>
      <dgm:t>
        <a:bodyPr/>
        <a:lstStyle/>
        <a:p>
          <a:endParaRPr lang="en-IN"/>
        </a:p>
      </dgm:t>
    </dgm:pt>
    <dgm:pt modelId="{A6BCDA7B-D633-438F-B44D-CB4D60E5C492}" type="pres">
      <dgm:prSet presAssocID="{5751524B-FB67-4894-A0C5-35151E149D68}" presName="Name0" presStyleCnt="0">
        <dgm:presLayoutVars>
          <dgm:chMax val="7"/>
          <dgm:chPref val="5"/>
          <dgm:dir/>
          <dgm:animOne val="branch"/>
          <dgm:animLvl val="lvl"/>
        </dgm:presLayoutVars>
      </dgm:prSet>
      <dgm:spPr/>
    </dgm:pt>
    <dgm:pt modelId="{0EA92EC0-9C6F-4663-B822-B1E8E3DCB13B}" type="pres">
      <dgm:prSet presAssocID="{65C051F6-A849-4495-A964-CD4C650B9C06}" presName="ChildAccent5" presStyleCnt="0"/>
      <dgm:spPr/>
    </dgm:pt>
    <dgm:pt modelId="{8CAE5A4D-0C7B-48A6-917B-0B8433D0574B}" type="pres">
      <dgm:prSet presAssocID="{65C051F6-A849-4495-A964-CD4C650B9C06}" presName="ChildAccent" presStyleLbl="alignImgPlace1" presStyleIdx="0" presStyleCnt="5"/>
      <dgm:spPr/>
    </dgm:pt>
    <dgm:pt modelId="{928B615F-0F8D-4140-A638-0FBB8F5BF1E9}" type="pres">
      <dgm:prSet presAssocID="{65C051F6-A849-4495-A964-CD4C650B9C06}" presName="Child5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C73DE52A-2F45-45E6-AD0E-D5BEAF609F8E}" type="pres">
      <dgm:prSet presAssocID="{65C051F6-A849-4495-A964-CD4C650B9C06}" presName="Parent5" presStyleLbl="node1" presStyleIdx="0" presStyleCnt="5">
        <dgm:presLayoutVars>
          <dgm:chMax val="2"/>
          <dgm:chPref val="1"/>
          <dgm:bulletEnabled val="1"/>
        </dgm:presLayoutVars>
      </dgm:prSet>
      <dgm:spPr/>
    </dgm:pt>
    <dgm:pt modelId="{EA3B7F60-AEEC-41A8-8A2C-D3679EFCD073}" type="pres">
      <dgm:prSet presAssocID="{5E92505A-51E0-4F78-B3C5-704ACF8710DE}" presName="ChildAccent4" presStyleCnt="0"/>
      <dgm:spPr/>
    </dgm:pt>
    <dgm:pt modelId="{FC0F1314-3294-4A8C-8DCE-EB53E236164C}" type="pres">
      <dgm:prSet presAssocID="{5E92505A-51E0-4F78-B3C5-704ACF8710DE}" presName="ChildAccent" presStyleLbl="alignImgPlace1" presStyleIdx="1" presStyleCnt="5"/>
      <dgm:spPr/>
    </dgm:pt>
    <dgm:pt modelId="{98225A61-A0EC-450A-BED8-EF2E47E8FD18}" type="pres">
      <dgm:prSet presAssocID="{5E92505A-51E0-4F78-B3C5-704ACF8710DE}" presName="Child4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2AAD338D-3122-4454-9A67-16BE024D44E3}" type="pres">
      <dgm:prSet presAssocID="{5E92505A-51E0-4F78-B3C5-704ACF8710DE}" presName="Parent4" presStyleLbl="node1" presStyleIdx="1" presStyleCnt="5">
        <dgm:presLayoutVars>
          <dgm:chMax val="2"/>
          <dgm:chPref val="1"/>
          <dgm:bulletEnabled val="1"/>
        </dgm:presLayoutVars>
      </dgm:prSet>
      <dgm:spPr/>
    </dgm:pt>
    <dgm:pt modelId="{96AFCF47-32CA-4C44-9E3C-782007B7112E}" type="pres">
      <dgm:prSet presAssocID="{A59EC69B-8F3F-425B-819F-E8C557946AEE}" presName="ChildAccent3" presStyleCnt="0"/>
      <dgm:spPr/>
    </dgm:pt>
    <dgm:pt modelId="{2532504F-5FE1-4C97-B485-F05E8885EACC}" type="pres">
      <dgm:prSet presAssocID="{A59EC69B-8F3F-425B-819F-E8C557946AEE}" presName="ChildAccent" presStyleLbl="alignImgPlace1" presStyleIdx="2" presStyleCnt="5"/>
      <dgm:spPr/>
    </dgm:pt>
    <dgm:pt modelId="{0D08ED52-6744-4369-B780-916B09984775}" type="pres">
      <dgm:prSet presAssocID="{A59EC69B-8F3F-425B-819F-E8C557946AEE}" presName="Child3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4C66D42D-7E6D-4563-AFDC-369C30B73F70}" type="pres">
      <dgm:prSet presAssocID="{A59EC69B-8F3F-425B-819F-E8C557946AEE}" presName="Parent3" presStyleLbl="node1" presStyleIdx="2" presStyleCnt="5">
        <dgm:presLayoutVars>
          <dgm:chMax val="2"/>
          <dgm:chPref val="1"/>
          <dgm:bulletEnabled val="1"/>
        </dgm:presLayoutVars>
      </dgm:prSet>
      <dgm:spPr/>
    </dgm:pt>
    <dgm:pt modelId="{C1269CE6-C767-48CC-AAFD-A238D1FFDABA}" type="pres">
      <dgm:prSet presAssocID="{7B3055AA-BF7C-46D0-9A9E-60087B9F57B4}" presName="ChildAccent2" presStyleCnt="0"/>
      <dgm:spPr/>
    </dgm:pt>
    <dgm:pt modelId="{06F8D57B-EDF4-4CF4-8700-DC2CA3E3028E}" type="pres">
      <dgm:prSet presAssocID="{7B3055AA-BF7C-46D0-9A9E-60087B9F57B4}" presName="ChildAccent" presStyleLbl="alignImgPlace1" presStyleIdx="3" presStyleCnt="5"/>
      <dgm:spPr/>
    </dgm:pt>
    <dgm:pt modelId="{6BCCFBA6-7A43-4631-AD7F-AFB10E1E6CD7}" type="pres">
      <dgm:prSet presAssocID="{7B3055AA-BF7C-46D0-9A9E-60087B9F57B4}" presName="Child2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00BB3360-A9BB-4051-A4B1-1216F82F642C}" type="pres">
      <dgm:prSet presAssocID="{7B3055AA-BF7C-46D0-9A9E-60087B9F57B4}" presName="Parent2" presStyleLbl="node1" presStyleIdx="3" presStyleCnt="5">
        <dgm:presLayoutVars>
          <dgm:chMax val="2"/>
          <dgm:chPref val="1"/>
          <dgm:bulletEnabled val="1"/>
        </dgm:presLayoutVars>
      </dgm:prSet>
      <dgm:spPr/>
    </dgm:pt>
    <dgm:pt modelId="{7305DF14-0FF5-45E4-8B19-015814092DBD}" type="pres">
      <dgm:prSet presAssocID="{988D96B0-D16E-4763-B393-84178CF4FF50}" presName="ChildAccent1" presStyleCnt="0"/>
      <dgm:spPr/>
    </dgm:pt>
    <dgm:pt modelId="{A134CDD1-D85F-44EF-8BEE-9F99A855C1E6}" type="pres">
      <dgm:prSet presAssocID="{988D96B0-D16E-4763-B393-84178CF4FF50}" presName="ChildAccent" presStyleLbl="alignImgPlace1" presStyleIdx="4" presStyleCnt="5"/>
      <dgm:spPr/>
    </dgm:pt>
    <dgm:pt modelId="{1C91D7E3-8940-4A33-9182-677DD5415901}" type="pres">
      <dgm:prSet presAssocID="{988D96B0-D16E-4763-B393-84178CF4FF50}" presName="Child1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5257024-FAC0-4522-B139-1CC85B547BE8}" type="pres">
      <dgm:prSet presAssocID="{988D96B0-D16E-4763-B393-84178CF4FF50}" presName="Parent1" presStyleLbl="node1" presStyleIdx="4" presStyleCnt="5">
        <dgm:presLayoutVars>
          <dgm:chMax val="2"/>
          <dgm:chPref val="1"/>
          <dgm:bulletEnabled val="1"/>
        </dgm:presLayoutVars>
      </dgm:prSet>
      <dgm:spPr/>
    </dgm:pt>
  </dgm:ptLst>
  <dgm:cxnLst>
    <dgm:cxn modelId="{E6B70501-CFCB-4D4A-94BE-F63036069196}" type="presOf" srcId="{5751524B-FB67-4894-A0C5-35151E149D68}" destId="{A6BCDA7B-D633-438F-B44D-CB4D60E5C492}" srcOrd="0" destOrd="0" presId="urn:microsoft.com/office/officeart/2011/layout/InterconnectedBlockProcess"/>
    <dgm:cxn modelId="{521FD508-C5FD-4804-AFDC-D1FF9945B211}" srcId="{5751524B-FB67-4894-A0C5-35151E149D68}" destId="{65C051F6-A849-4495-A964-CD4C650B9C06}" srcOrd="4" destOrd="0" parTransId="{C24738E5-1547-4D8D-A2CE-64D703ECDF78}" sibTransId="{196A2EB9-DD96-4630-B699-7AF000340374}"/>
    <dgm:cxn modelId="{E94CD512-E47E-4B2A-8B42-1BBD0CE921B4}" type="presOf" srcId="{D471E45F-B026-44AA-9616-57E786AE80AF}" destId="{A134CDD1-D85F-44EF-8BEE-9F99A855C1E6}" srcOrd="0" destOrd="0" presId="urn:microsoft.com/office/officeart/2011/layout/InterconnectedBlockProcess"/>
    <dgm:cxn modelId="{DCBBD912-689F-4398-945B-50D7C906D480}" type="presOf" srcId="{65C051F6-A849-4495-A964-CD4C650B9C06}" destId="{C73DE52A-2F45-45E6-AD0E-D5BEAF609F8E}" srcOrd="0" destOrd="0" presId="urn:microsoft.com/office/officeart/2011/layout/InterconnectedBlockProcess"/>
    <dgm:cxn modelId="{A6532C16-AFEE-4EEA-891E-F5DAB7412E13}" type="presOf" srcId="{73DB572E-062D-41AD-8033-D361B8E583DB}" destId="{2532504F-5FE1-4C97-B485-F05E8885EACC}" srcOrd="0" destOrd="0" presId="urn:microsoft.com/office/officeart/2011/layout/InterconnectedBlockProcess"/>
    <dgm:cxn modelId="{14271021-8784-4688-96FE-21B4F9A3C855}" type="presOf" srcId="{A59EC69B-8F3F-425B-819F-E8C557946AEE}" destId="{4C66D42D-7E6D-4563-AFDC-369C30B73F70}" srcOrd="0" destOrd="0" presId="urn:microsoft.com/office/officeart/2011/layout/InterconnectedBlockProcess"/>
    <dgm:cxn modelId="{BD4D063F-4481-4272-86B1-D2EA110CC162}" type="presOf" srcId="{73DB572E-062D-41AD-8033-D361B8E583DB}" destId="{0D08ED52-6744-4369-B780-916B09984775}" srcOrd="1" destOrd="0" presId="urn:microsoft.com/office/officeart/2011/layout/InterconnectedBlockProcess"/>
    <dgm:cxn modelId="{90CA8A6C-A9C6-4A82-8C42-FC267D0FCE6C}" type="presOf" srcId="{BE4FACB6-B6B8-4C03-9C59-E036FB9A68AF}" destId="{98225A61-A0EC-450A-BED8-EF2E47E8FD18}" srcOrd="1" destOrd="0" presId="urn:microsoft.com/office/officeart/2011/layout/InterconnectedBlockProcess"/>
    <dgm:cxn modelId="{58E76652-C24F-44B0-96A9-DDF4DA4C870A}" type="presOf" srcId="{7B3055AA-BF7C-46D0-9A9E-60087B9F57B4}" destId="{00BB3360-A9BB-4051-A4B1-1216F82F642C}" srcOrd="0" destOrd="0" presId="urn:microsoft.com/office/officeart/2011/layout/InterconnectedBlockProcess"/>
    <dgm:cxn modelId="{8AB44958-34B3-4D34-A811-8F11D72064B5}" type="presOf" srcId="{A53BB98A-B94E-4166-A4DF-AE086EFFCBDF}" destId="{FC0F1314-3294-4A8C-8DCE-EB53E236164C}" srcOrd="0" destOrd="1" presId="urn:microsoft.com/office/officeart/2011/layout/InterconnectedBlockProcess"/>
    <dgm:cxn modelId="{AA17007A-110D-43AE-B6F2-DF2DF885F2E2}" srcId="{A59EC69B-8F3F-425B-819F-E8C557946AEE}" destId="{73DB572E-062D-41AD-8033-D361B8E583DB}" srcOrd="0" destOrd="0" parTransId="{75D01B62-D132-48B8-9D06-D0A551A21107}" sibTransId="{98BDB650-3386-4D3D-8E80-609010499291}"/>
    <dgm:cxn modelId="{5C3C918A-4C4A-4DEB-924A-CC330C09FB27}" type="presOf" srcId="{5E92505A-51E0-4F78-B3C5-704ACF8710DE}" destId="{2AAD338D-3122-4454-9A67-16BE024D44E3}" srcOrd="0" destOrd="0" presId="urn:microsoft.com/office/officeart/2011/layout/InterconnectedBlockProcess"/>
    <dgm:cxn modelId="{27611794-B6EF-4593-A560-02BF7692DC5A}" srcId="{7B3055AA-BF7C-46D0-9A9E-60087B9F57B4}" destId="{9FED87C4-3F3B-4A18-9185-9F80CFEDEA2E}" srcOrd="0" destOrd="0" parTransId="{669F5586-1E47-4A85-AA72-0E435BABD665}" sibTransId="{AD0D1882-5210-4A49-9875-4AAC43595580}"/>
    <dgm:cxn modelId="{4610C296-E6EE-4E64-9832-5D57A40BE331}" srcId="{65C051F6-A849-4495-A964-CD4C650B9C06}" destId="{3170BB94-639E-427B-BF50-1B5079195BAA}" srcOrd="0" destOrd="0" parTransId="{3C6A79D1-AAA2-4EEF-9E13-372AD2FA0C7D}" sibTransId="{B5A9FF4C-B1B2-4FD3-98B4-4A3CF7259F7C}"/>
    <dgm:cxn modelId="{940B4C9B-D5E4-4E48-A872-B455F86EA2F7}" type="presOf" srcId="{D471E45F-B026-44AA-9616-57E786AE80AF}" destId="{1C91D7E3-8940-4A33-9182-677DD5415901}" srcOrd="1" destOrd="0" presId="urn:microsoft.com/office/officeart/2011/layout/InterconnectedBlockProcess"/>
    <dgm:cxn modelId="{2433029C-0EB0-4A44-9EC3-7DD213E78BEA}" type="presOf" srcId="{3170BB94-639E-427B-BF50-1B5079195BAA}" destId="{8CAE5A4D-0C7B-48A6-917B-0B8433D0574B}" srcOrd="0" destOrd="0" presId="urn:microsoft.com/office/officeart/2011/layout/InterconnectedBlockProcess"/>
    <dgm:cxn modelId="{25C83D9F-B12A-43EF-8599-6589093E1A69}" type="presOf" srcId="{9FED87C4-3F3B-4A18-9185-9F80CFEDEA2E}" destId="{06F8D57B-EDF4-4CF4-8700-DC2CA3E3028E}" srcOrd="0" destOrd="0" presId="urn:microsoft.com/office/officeart/2011/layout/InterconnectedBlockProcess"/>
    <dgm:cxn modelId="{AD0A74B8-550A-4F0D-9A26-ADB7CD7A34B7}" type="presOf" srcId="{988D96B0-D16E-4763-B393-84178CF4FF50}" destId="{65257024-FAC0-4522-B139-1CC85B547BE8}" srcOrd="0" destOrd="0" presId="urn:microsoft.com/office/officeart/2011/layout/InterconnectedBlockProcess"/>
    <dgm:cxn modelId="{47A1CEB8-C5CC-4E43-A113-61BC5A089F3E}" type="presOf" srcId="{BE4FACB6-B6B8-4C03-9C59-E036FB9A68AF}" destId="{FC0F1314-3294-4A8C-8DCE-EB53E236164C}" srcOrd="0" destOrd="0" presId="urn:microsoft.com/office/officeart/2011/layout/InterconnectedBlockProcess"/>
    <dgm:cxn modelId="{6C7D4BBB-EED6-4011-9FBC-87F683D5B245}" srcId="{5751524B-FB67-4894-A0C5-35151E149D68}" destId="{7B3055AA-BF7C-46D0-9A9E-60087B9F57B4}" srcOrd="1" destOrd="0" parTransId="{F772EF41-D2BB-4368-8327-B4E332165F48}" sibTransId="{B81593E2-4CAC-4783-8D2D-E9DDD236A942}"/>
    <dgm:cxn modelId="{AC20E1C2-4B77-44E7-AD07-F211F6C93F7F}" srcId="{5E92505A-51E0-4F78-B3C5-704ACF8710DE}" destId="{BE4FACB6-B6B8-4C03-9C59-E036FB9A68AF}" srcOrd="0" destOrd="0" parTransId="{77774F27-EA8B-45C8-A152-CA8620BC5962}" sibTransId="{EE6C6A5D-F0B1-400C-9F42-5E2193C2298B}"/>
    <dgm:cxn modelId="{D1BA1DD0-A52A-47BF-962D-9810C87E1576}" srcId="{5751524B-FB67-4894-A0C5-35151E149D68}" destId="{A59EC69B-8F3F-425B-819F-E8C557946AEE}" srcOrd="2" destOrd="0" parTransId="{0095C3CB-916F-4060-A8DA-DD282FB51587}" sibTransId="{2868AD8D-4E38-46CE-A972-709857BF40AC}"/>
    <dgm:cxn modelId="{D14A45D5-1929-4EB3-8163-BE77157A1CAC}" srcId="{5E92505A-51E0-4F78-B3C5-704ACF8710DE}" destId="{A53BB98A-B94E-4166-A4DF-AE086EFFCBDF}" srcOrd="1" destOrd="0" parTransId="{530664E7-9915-4E26-A6EE-2BEE6E421586}" sibTransId="{0E14F327-4707-449F-871E-3943D350F14E}"/>
    <dgm:cxn modelId="{DCCA2DDD-80B8-4082-B54F-B0E95790D552}" type="presOf" srcId="{3170BB94-639E-427B-BF50-1B5079195BAA}" destId="{928B615F-0F8D-4140-A638-0FBB8F5BF1E9}" srcOrd="1" destOrd="0" presId="urn:microsoft.com/office/officeart/2011/layout/InterconnectedBlockProcess"/>
    <dgm:cxn modelId="{3179CCE4-00E3-48A3-BC07-CB114078849E}" type="presOf" srcId="{A53BB98A-B94E-4166-A4DF-AE086EFFCBDF}" destId="{98225A61-A0EC-450A-BED8-EF2E47E8FD18}" srcOrd="1" destOrd="1" presId="urn:microsoft.com/office/officeart/2011/layout/InterconnectedBlockProcess"/>
    <dgm:cxn modelId="{D95A05E5-1205-4AD1-9AA3-74CA7A4B9EF2}" type="presOf" srcId="{9FED87C4-3F3B-4A18-9185-9F80CFEDEA2E}" destId="{6BCCFBA6-7A43-4631-AD7F-AFB10E1E6CD7}" srcOrd="1" destOrd="0" presId="urn:microsoft.com/office/officeart/2011/layout/InterconnectedBlockProcess"/>
    <dgm:cxn modelId="{DA8CD5E8-B2EE-41E4-8EC6-CFB41D688F68}" srcId="{5751524B-FB67-4894-A0C5-35151E149D68}" destId="{5E92505A-51E0-4F78-B3C5-704ACF8710DE}" srcOrd="3" destOrd="0" parTransId="{765B1266-7CE2-4F9C-AE38-D97DFBC1B151}" sibTransId="{5E9E6A6F-635A-4791-A107-01E95B62EA08}"/>
    <dgm:cxn modelId="{AEE28BEF-3F73-41A5-9307-D42A450FCA17}" srcId="{988D96B0-D16E-4763-B393-84178CF4FF50}" destId="{D471E45F-B026-44AA-9616-57E786AE80AF}" srcOrd="0" destOrd="0" parTransId="{326A986D-69A4-4AC0-AD9B-462FFC9C3F18}" sibTransId="{304E70AD-39C7-4C28-BF7B-6EE91BAE97B7}"/>
    <dgm:cxn modelId="{8CB593F6-6C5D-4606-B959-3E27F9872EC1}" srcId="{5751524B-FB67-4894-A0C5-35151E149D68}" destId="{988D96B0-D16E-4763-B393-84178CF4FF50}" srcOrd="0" destOrd="0" parTransId="{080A6B9D-C27D-4227-AC65-3C97878D78C4}" sibTransId="{19B27CEC-4BAD-44A7-A9A7-B7A8B23ADCFD}"/>
    <dgm:cxn modelId="{BA3911EC-283D-4FE0-BD2A-4C3459371EE9}" type="presParOf" srcId="{A6BCDA7B-D633-438F-B44D-CB4D60E5C492}" destId="{0EA92EC0-9C6F-4663-B822-B1E8E3DCB13B}" srcOrd="0" destOrd="0" presId="urn:microsoft.com/office/officeart/2011/layout/InterconnectedBlockProcess"/>
    <dgm:cxn modelId="{1EDBEF38-7069-4A80-88A4-D49C02CAA5E4}" type="presParOf" srcId="{0EA92EC0-9C6F-4663-B822-B1E8E3DCB13B}" destId="{8CAE5A4D-0C7B-48A6-917B-0B8433D0574B}" srcOrd="0" destOrd="0" presId="urn:microsoft.com/office/officeart/2011/layout/InterconnectedBlockProcess"/>
    <dgm:cxn modelId="{FD95BC11-BC93-47BA-B283-371C099AF1AD}" type="presParOf" srcId="{A6BCDA7B-D633-438F-B44D-CB4D60E5C492}" destId="{928B615F-0F8D-4140-A638-0FBB8F5BF1E9}" srcOrd="1" destOrd="0" presId="urn:microsoft.com/office/officeart/2011/layout/InterconnectedBlockProcess"/>
    <dgm:cxn modelId="{A02166CE-2B20-436D-AF28-8342A22134F7}" type="presParOf" srcId="{A6BCDA7B-D633-438F-B44D-CB4D60E5C492}" destId="{C73DE52A-2F45-45E6-AD0E-D5BEAF609F8E}" srcOrd="2" destOrd="0" presId="urn:microsoft.com/office/officeart/2011/layout/InterconnectedBlockProcess"/>
    <dgm:cxn modelId="{EF68827D-5F4A-488B-9569-C6B84C6E22B2}" type="presParOf" srcId="{A6BCDA7B-D633-438F-B44D-CB4D60E5C492}" destId="{EA3B7F60-AEEC-41A8-8A2C-D3679EFCD073}" srcOrd="3" destOrd="0" presId="urn:microsoft.com/office/officeart/2011/layout/InterconnectedBlockProcess"/>
    <dgm:cxn modelId="{AA6818F2-EB06-4F0B-AB64-08A61B86B1F5}" type="presParOf" srcId="{EA3B7F60-AEEC-41A8-8A2C-D3679EFCD073}" destId="{FC0F1314-3294-4A8C-8DCE-EB53E236164C}" srcOrd="0" destOrd="0" presId="urn:microsoft.com/office/officeart/2011/layout/InterconnectedBlockProcess"/>
    <dgm:cxn modelId="{515B5789-A9FD-48CC-AEC5-3887D1DCB166}" type="presParOf" srcId="{A6BCDA7B-D633-438F-B44D-CB4D60E5C492}" destId="{98225A61-A0EC-450A-BED8-EF2E47E8FD18}" srcOrd="4" destOrd="0" presId="urn:microsoft.com/office/officeart/2011/layout/InterconnectedBlockProcess"/>
    <dgm:cxn modelId="{EC041B1B-950E-47B0-AC02-75FE785BC810}" type="presParOf" srcId="{A6BCDA7B-D633-438F-B44D-CB4D60E5C492}" destId="{2AAD338D-3122-4454-9A67-16BE024D44E3}" srcOrd="5" destOrd="0" presId="urn:microsoft.com/office/officeart/2011/layout/InterconnectedBlockProcess"/>
    <dgm:cxn modelId="{3432AE63-9FD1-4BC7-9DEF-3B96DC1D18B6}" type="presParOf" srcId="{A6BCDA7B-D633-438F-B44D-CB4D60E5C492}" destId="{96AFCF47-32CA-4C44-9E3C-782007B7112E}" srcOrd="6" destOrd="0" presId="urn:microsoft.com/office/officeart/2011/layout/InterconnectedBlockProcess"/>
    <dgm:cxn modelId="{923E99A6-341B-451C-8867-E92FC25AC53B}" type="presParOf" srcId="{96AFCF47-32CA-4C44-9E3C-782007B7112E}" destId="{2532504F-5FE1-4C97-B485-F05E8885EACC}" srcOrd="0" destOrd="0" presId="urn:microsoft.com/office/officeart/2011/layout/InterconnectedBlockProcess"/>
    <dgm:cxn modelId="{D722F7D5-C052-4884-8CB8-8D1A48BD812B}" type="presParOf" srcId="{A6BCDA7B-D633-438F-B44D-CB4D60E5C492}" destId="{0D08ED52-6744-4369-B780-916B09984775}" srcOrd="7" destOrd="0" presId="urn:microsoft.com/office/officeart/2011/layout/InterconnectedBlockProcess"/>
    <dgm:cxn modelId="{3AD2F176-129A-4447-ADA9-E3E89DF9D891}" type="presParOf" srcId="{A6BCDA7B-D633-438F-B44D-CB4D60E5C492}" destId="{4C66D42D-7E6D-4563-AFDC-369C30B73F70}" srcOrd="8" destOrd="0" presId="urn:microsoft.com/office/officeart/2011/layout/InterconnectedBlockProcess"/>
    <dgm:cxn modelId="{D208DA9D-BE25-4BF1-B0BD-F2F14E865E97}" type="presParOf" srcId="{A6BCDA7B-D633-438F-B44D-CB4D60E5C492}" destId="{C1269CE6-C767-48CC-AAFD-A238D1FFDABA}" srcOrd="9" destOrd="0" presId="urn:microsoft.com/office/officeart/2011/layout/InterconnectedBlockProcess"/>
    <dgm:cxn modelId="{2AC68A3D-1C33-40F1-A5CE-D5AFE03E40CC}" type="presParOf" srcId="{C1269CE6-C767-48CC-AAFD-A238D1FFDABA}" destId="{06F8D57B-EDF4-4CF4-8700-DC2CA3E3028E}" srcOrd="0" destOrd="0" presId="urn:microsoft.com/office/officeart/2011/layout/InterconnectedBlockProcess"/>
    <dgm:cxn modelId="{1AC84B5C-9F91-4220-9E7F-5BE6D44EABB4}" type="presParOf" srcId="{A6BCDA7B-D633-438F-B44D-CB4D60E5C492}" destId="{6BCCFBA6-7A43-4631-AD7F-AFB10E1E6CD7}" srcOrd="10" destOrd="0" presId="urn:microsoft.com/office/officeart/2011/layout/InterconnectedBlockProcess"/>
    <dgm:cxn modelId="{4D501E81-798D-4E10-9739-3749808FDBE7}" type="presParOf" srcId="{A6BCDA7B-D633-438F-B44D-CB4D60E5C492}" destId="{00BB3360-A9BB-4051-A4B1-1216F82F642C}" srcOrd="11" destOrd="0" presId="urn:microsoft.com/office/officeart/2011/layout/InterconnectedBlockProcess"/>
    <dgm:cxn modelId="{61C4626E-22F6-45E2-856C-8C7D72EEE8E3}" type="presParOf" srcId="{A6BCDA7B-D633-438F-B44D-CB4D60E5C492}" destId="{7305DF14-0FF5-45E4-8B19-015814092DBD}" srcOrd="12" destOrd="0" presId="urn:microsoft.com/office/officeart/2011/layout/InterconnectedBlockProcess"/>
    <dgm:cxn modelId="{40E047E4-8B96-4BE3-A685-38A19A4860FE}" type="presParOf" srcId="{7305DF14-0FF5-45E4-8B19-015814092DBD}" destId="{A134CDD1-D85F-44EF-8BEE-9F99A855C1E6}" srcOrd="0" destOrd="0" presId="urn:microsoft.com/office/officeart/2011/layout/InterconnectedBlockProcess"/>
    <dgm:cxn modelId="{7D071F6A-A4AA-4BFF-AC77-DA71956DD8F9}" type="presParOf" srcId="{A6BCDA7B-D633-438F-B44D-CB4D60E5C492}" destId="{1C91D7E3-8940-4A33-9182-677DD5415901}" srcOrd="13" destOrd="0" presId="urn:microsoft.com/office/officeart/2011/layout/InterconnectedBlockProcess"/>
    <dgm:cxn modelId="{189850BB-B69B-4D35-82C0-6BC106290228}" type="presParOf" srcId="{A6BCDA7B-D633-438F-B44D-CB4D60E5C492}" destId="{65257024-FAC0-4522-B139-1CC85B547BE8}" srcOrd="14" destOrd="0" presId="urn:microsoft.com/office/officeart/2011/layout/InterconnectedBlock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AE5A4D-0C7B-48A6-917B-0B8433D0574B}">
      <dsp:nvSpPr>
        <dsp:cNvPr id="0" name=""/>
        <dsp:cNvSpPr/>
      </dsp:nvSpPr>
      <dsp:spPr>
        <a:xfrm>
          <a:off x="7173684" y="811639"/>
          <a:ext cx="1278320" cy="3246556"/>
        </a:xfrm>
        <a:prstGeom prst="wedgeRectCallout">
          <a:avLst>
            <a:gd name="adj1" fmla="val 0"/>
            <a:gd name="adj2" fmla="val 0"/>
          </a:avLst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Fully functional Responsive company website</a:t>
          </a:r>
        </a:p>
      </dsp:txBody>
      <dsp:txXfrm>
        <a:off x="7335949" y="811639"/>
        <a:ext cx="1116055" cy="3246556"/>
      </dsp:txXfrm>
    </dsp:sp>
    <dsp:sp modelId="{C73DE52A-2F45-45E6-AD0E-D5BEAF609F8E}">
      <dsp:nvSpPr>
        <dsp:cNvPr id="0" name=""/>
        <dsp:cNvSpPr/>
      </dsp:nvSpPr>
      <dsp:spPr>
        <a:xfrm>
          <a:off x="7173684" y="0"/>
          <a:ext cx="1278320" cy="81163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 Review</a:t>
          </a:r>
        </a:p>
      </dsp:txBody>
      <dsp:txXfrm>
        <a:off x="7173684" y="0"/>
        <a:ext cx="1278320" cy="811639"/>
      </dsp:txXfrm>
    </dsp:sp>
    <dsp:sp modelId="{FC0F1314-3294-4A8C-8DCE-EB53E236164C}">
      <dsp:nvSpPr>
        <dsp:cNvPr id="0" name=""/>
        <dsp:cNvSpPr/>
      </dsp:nvSpPr>
      <dsp:spPr>
        <a:xfrm>
          <a:off x="5898557" y="811639"/>
          <a:ext cx="1278320" cy="304364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3179766"/>
            <a:satOff val="8519"/>
            <a:lumOff val="309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200" kern="1200" dirty="0"/>
            <a:t>Collaborate with team to integrate backend and AI solutions</a:t>
          </a:r>
        </a:p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 dirty="0"/>
        </a:p>
      </dsp:txBody>
      <dsp:txXfrm>
        <a:off x="6060823" y="811639"/>
        <a:ext cx="1116055" cy="3043646"/>
      </dsp:txXfrm>
    </dsp:sp>
    <dsp:sp modelId="{2AAD338D-3122-4454-9A67-16BE024D44E3}">
      <dsp:nvSpPr>
        <dsp:cNvPr id="0" name=""/>
        <dsp:cNvSpPr/>
      </dsp:nvSpPr>
      <dsp:spPr>
        <a:xfrm>
          <a:off x="5898557" y="101454"/>
          <a:ext cx="1278320" cy="71018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4</a:t>
          </a:r>
        </a:p>
      </dsp:txBody>
      <dsp:txXfrm>
        <a:off x="5898557" y="101454"/>
        <a:ext cx="1278320" cy="710184"/>
      </dsp:txXfrm>
    </dsp:sp>
    <dsp:sp modelId="{2532504F-5FE1-4C97-B485-F05E8885EACC}">
      <dsp:nvSpPr>
        <dsp:cNvPr id="0" name=""/>
        <dsp:cNvSpPr/>
      </dsp:nvSpPr>
      <dsp:spPr>
        <a:xfrm>
          <a:off x="4620236" y="811639"/>
          <a:ext cx="1278320" cy="284073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6359532"/>
            <a:satOff val="17037"/>
            <a:lumOff val="61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React.js implementation</a:t>
          </a:r>
        </a:p>
      </dsp:txBody>
      <dsp:txXfrm>
        <a:off x="4782502" y="811639"/>
        <a:ext cx="1116055" cy="2840736"/>
      </dsp:txXfrm>
    </dsp:sp>
    <dsp:sp modelId="{4C66D42D-7E6D-4563-AFDC-369C30B73F70}">
      <dsp:nvSpPr>
        <dsp:cNvPr id="0" name=""/>
        <dsp:cNvSpPr/>
      </dsp:nvSpPr>
      <dsp:spPr>
        <a:xfrm>
          <a:off x="4620236" y="206156"/>
          <a:ext cx="1278320" cy="60872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3</a:t>
          </a:r>
        </a:p>
      </dsp:txBody>
      <dsp:txXfrm>
        <a:off x="4620236" y="206156"/>
        <a:ext cx="1278320" cy="608729"/>
      </dsp:txXfrm>
    </dsp:sp>
    <dsp:sp modelId="{06F8D57B-EDF4-4CF4-8700-DC2CA3E3028E}">
      <dsp:nvSpPr>
        <dsp:cNvPr id="0" name=""/>
        <dsp:cNvSpPr/>
      </dsp:nvSpPr>
      <dsp:spPr>
        <a:xfrm>
          <a:off x="3341915" y="811639"/>
          <a:ext cx="1278320" cy="2637826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9539299"/>
            <a:satOff val="25556"/>
            <a:lumOff val="92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Finalized design decisions</a:t>
          </a:r>
        </a:p>
      </dsp:txBody>
      <dsp:txXfrm>
        <a:off x="3504181" y="811639"/>
        <a:ext cx="1116055" cy="2637826"/>
      </dsp:txXfrm>
    </dsp:sp>
    <dsp:sp modelId="{00BB3360-A9BB-4051-A4B1-1216F82F642C}">
      <dsp:nvSpPr>
        <dsp:cNvPr id="0" name=""/>
        <dsp:cNvSpPr/>
      </dsp:nvSpPr>
      <dsp:spPr>
        <a:xfrm>
          <a:off x="3341915" y="304364"/>
          <a:ext cx="1278320" cy="507274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2</a:t>
          </a:r>
        </a:p>
      </dsp:txBody>
      <dsp:txXfrm>
        <a:off x="3341915" y="304364"/>
        <a:ext cx="1278320" cy="507274"/>
      </dsp:txXfrm>
    </dsp:sp>
    <dsp:sp modelId="{A134CDD1-D85F-44EF-8BEE-9F99A855C1E6}">
      <dsp:nvSpPr>
        <dsp:cNvPr id="0" name=""/>
        <dsp:cNvSpPr/>
      </dsp:nvSpPr>
      <dsp:spPr>
        <a:xfrm>
          <a:off x="2063594" y="811639"/>
          <a:ext cx="1278320" cy="2434917"/>
        </a:xfrm>
        <a:prstGeom prst="wedgeRectCallout">
          <a:avLst>
            <a:gd name="adj1" fmla="val 62500"/>
            <a:gd name="adj2" fmla="val 20830"/>
          </a:avLst>
        </a:prstGeom>
        <a:solidFill>
          <a:schemeClr val="accent1">
            <a:tint val="50000"/>
            <a:hueOff val="-12719064"/>
            <a:satOff val="34075"/>
            <a:lumOff val="123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38100" rIns="38100" bIns="38100" numCol="1" spcCol="1270" anchor="t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Onboarding, role, responsibility discussion and  project planning.</a:t>
          </a:r>
        </a:p>
      </dsp:txBody>
      <dsp:txXfrm>
        <a:off x="2225860" y="811639"/>
        <a:ext cx="1116055" cy="2434917"/>
      </dsp:txXfrm>
    </dsp:sp>
    <dsp:sp modelId="{65257024-FAC0-4522-B139-1CC85B547BE8}">
      <dsp:nvSpPr>
        <dsp:cNvPr id="0" name=""/>
        <dsp:cNvSpPr/>
      </dsp:nvSpPr>
      <dsp:spPr>
        <a:xfrm>
          <a:off x="2063594" y="405819"/>
          <a:ext cx="1278320" cy="4058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0" tIns="63500" rIns="63500" bIns="635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Review 1</a:t>
          </a:r>
        </a:p>
      </dsp:txBody>
      <dsp:txXfrm>
        <a:off x="2063594" y="405819"/>
        <a:ext cx="1278320" cy="405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1/layout/InterconnectedBlockProcess">
  <dgm:title val="Interconnected Block Process"/>
  <dgm:desc val="Use to show sequential steps in a process. Works best with small amounts of Level 1 text and medium amounts of Level 2 text."/>
  <dgm:catLst>
    <dgm:cat type="process" pri="5500"/>
    <dgm:cat type="officeonline" pri="3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  <dgm:pt modelId="40">
          <dgm:prSet phldr="1"/>
        </dgm:pt>
        <dgm:pt modelId="4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  <dgm:cxn modelId="70" srcId="0" destId="40" srcOrd="2" destOrd="0"/>
        <dgm:cxn modelId="42" srcId="40" destId="41" srcOrd="0" destOrd="0"/>
      </dgm:cxnLst>
      <dgm:bg/>
      <dgm:whole/>
    </dgm:dataModel>
  </dgm:clrData>
  <dgm:layoutNode name="Name0">
    <dgm:varLst>
      <dgm:chMax val="7"/>
      <dgm:chPref val="5"/>
      <dgm:dir/>
      <dgm:animOne val="branch"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.127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5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Accent1" refType="w" fact="0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Child1" refType="w" fact="0.063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Parent1" refType="w" fact="0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.5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Child2" refType="w" fact="0.5635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Parent2" refType="w" fact="0.5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6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Accent1" refType="w" fact="0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Child1" refType="w" fact="0.0423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Parent1" refType="w" fact="0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Child2" refType="w" fact="0.3756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.6667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Child3" refType="w" fact="0.709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Parent3" refType="w" fact="0.6667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7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Accent1" refType="w" fact="0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Child1" refType="w" fact="0.0317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Parent1" refType="w" fact="0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2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Child2" refType="w" fact="0.2817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Parent2" refType="w" fact="0.2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Child3" refType="w" fact="0.5317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Parent3" refType="w" fact="0.5"/>
              <dgm:constr type="t" for="ch" forName="Parent3" refType="h" fact="0.0275"/>
              <dgm:constr type="w" for="ch" forName="Parent3" refType="w" fact="0.25"/>
              <dgm:constr type="h" for="ch" forName="Parent3" refType="h" fact="0.1622"/>
              <dgm:constr type="l" for="ch" forName="ChildAccent4" refType="w" fact="0.75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Child4" refType="w" fact="0.7817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Parent4" refType="w" fact="0.75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8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Accent1" refType="w" fact="0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Child1" refType="w" fact="0.0254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Parent1" refType="w" fact="0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2001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Child2" refType="w" fact="0.2255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Parent2" refType="w" fact="0.2001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Child3" refType="w" fact="0.4256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6003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Child4" refType="w" fact="0.6257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Parent4" refType="w" fact="0.6003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.7999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Child5" refType="w" fact="0.8253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Parent5" refType="w" fact="0.7999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9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Accent1" refType="w" fact="0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Child1" refType="w" fact="0.0212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Parent1" refType="w" fact="0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167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Child2" refType="w" fact="0.1888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Parent2" refType="w" fact="0.167"/>
              <dgm:constr type="t" for="ch" forName="Parent2" refType="h" fact="0.0923"/>
              <dgm:constr type="w" for="ch" forName="Parent2" refType="w" fact="0.167"/>
              <dgm:constr type="h" for="ch" forName="Parent2" refType="h" fact="0.1164"/>
              <dgm:constr type="l" for="ch" forName="ChildAccent3" refType="w" fact="0.333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Child3" refType="w" fact="0.3551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Parent3" refType="w" fact="0.3339"/>
              <dgm:constr type="t" for="ch" forName="Parent3" refType="h" fact="0.0698"/>
              <dgm:constr type="w" for="ch" forName="Parent3" refType="w" fact="0.167"/>
              <dgm:constr type="h" for="ch" forName="Parent3" refType="h" fact="0.1396"/>
              <dgm:constr type="l" for="ch" forName="ChildAccent4" refType="w" fact="0.500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Child4" refType="w" fact="0.5221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Parent4" refType="w" fact="0.501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6674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Child5" refType="w" fact="0.6886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Parent5" refType="w" fact="0.668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.833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Child6" refType="w" fact="0.8542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Parent6" refType="w" fact="0.835"/>
              <dgm:constr type="t" for="ch" forName="Parent6" refType="h" fact="0"/>
              <dgm:constr type="w" for="ch" forName="Parent6" refType="w" fact="0.165"/>
              <dgm:constr type="h" for="ch" forName="Parent6" refType="h" fact="0.2095"/>
            </dgm:constrLst>
          </dgm:if>
          <dgm:else name="Name10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Accent1" refType="w" fact="0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Child1" refType="w" fact="0.0182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Parent1" refType="w" fact="0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1432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Child2" refType="w" fact="0.1614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Parent2" refType="w" fact="0.1432"/>
              <dgm:constr type="t" for="ch" forName="Parent2" refType="h" fact="0.108"/>
              <dgm:constr type="w" for="ch" forName="Parent2" refType="w" fact="0.1432"/>
              <dgm:constr type="h" for="ch" forName="Parent2" refType="h" fact="0.1088"/>
              <dgm:constr type="l" for="ch" forName="ChildAccent3" refType="w" fact="0.2865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Child3" refType="w" fact="0.3047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Parent3" refType="w" fact="0.2865"/>
              <dgm:constr type="t" for="ch" forName="Parent3" refType="h" fact="0.087"/>
              <dgm:constr type="w" for="ch" forName="Parent3" refType="w" fact="0.143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Child4" refType="w" fact="0.4479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5726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Child5" refType="w" fact="0.5908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Parent5" refType="w" fact="0.5726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7147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Child6" refType="w" fact="0.7329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Parent6" refType="w" fact="0.716"/>
              <dgm:constr type="t" for="ch" forName="Parent6" refType="h" fact="0.0217"/>
              <dgm:constr type="w" for="ch" forName="Parent6" refType="w" fact="0.1424"/>
              <dgm:constr type="h" for="ch" forName="Parent6" refType="h" fact="0.1958"/>
              <dgm:constr type="l" for="ch" forName="ChildAccent7" refType="w" fact="0.8568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Child7" refType="w" fact="0.875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Parent7" refType="w" fact="0.8577"/>
              <dgm:constr type="t" for="ch" forName="Parent7" refType="h" fact="0"/>
              <dgm:constr type="w" for="ch" forName="Parent7" refType="w" fact="0.1423"/>
              <dgm:constr type="h" for="ch" forName="Parent7" refType="h" fact="0.2175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0.45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Accent1" refType="w" fact="0"/>
              <dgm:constr type="t" for="ch" forName="ChildAccent1" refType="h" fact="0.1429"/>
              <dgm:constr type="w" for="ch" forName="ChildAccent1" refType="w"/>
              <dgm:constr type="h" for="ch" forName="ChildAccent1" refType="h" fact="0.8571"/>
              <dgm:constr type="l" for="ch" forName="Child1" refType="w" fact="0"/>
              <dgm:constr type="t" for="ch" forName="Child1" refType="h" fact="0.1429"/>
              <dgm:constr type="w" for="ch" forName="Child1" refType="w" fact="0.873"/>
              <dgm:constr type="h" for="ch" forName="Child1" refType="h" fact="0.8571"/>
              <dgm:constr type="l" for="ch" forName="Parent1" refType="w" fact="0"/>
              <dgm:constr type="t" for="ch" forName="Parent1" refType="h" fact="0"/>
              <dgm:constr type="w" for="ch" forName="Parent1" refType="w"/>
              <dgm:constr type="h" for="ch" forName="Parent1" refType="h" fact="0.1429"/>
            </dgm:constrLst>
          </dgm:if>
          <dgm:if name="Name14" axis="ch" ptType="node" func="cnt" op="equ" val="2">
            <dgm:alg type="composite">
              <dgm:param type="ar" val="0.8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Child2" refType="w" fact="0"/>
              <dgm:constr type="t" for="ch" forName="Child2" refType="h" fact="0.1613"/>
              <dgm:constr type="w" for="ch" forName="Child2" refType="w" fact="0.4365"/>
              <dgm:constr type="h" for="ch" forName="Child2" refType="h" fact="0.8387"/>
              <dgm:constr type="l" for="ch" forName="Child1" refType="w" fact="0.5"/>
              <dgm:constr type="t" for="ch" forName="Child1" refType="h" fact="0.1613"/>
              <dgm:constr type="w" for="ch" forName="Child1" refType="w" fact="0.4365"/>
              <dgm:constr type="h" for="ch" forName="Child1" refType="h" fact="0.7742"/>
              <dgm:constr type="l" for="ch" forName="ChildAccent1" refType="w" fact="0.5"/>
              <dgm:constr type="t" for="ch" forName="ChildAccent1" refType="h" fact="0.1613"/>
              <dgm:constr type="w" for="ch" forName="ChildAccent1" refType="w" fact="0.5"/>
              <dgm:constr type="h" for="ch" forName="ChildAccent1" refType="h" fact="0.7742"/>
              <dgm:constr type="l" for="ch" forName="Parent1" refType="w" fact="0.5"/>
              <dgm:constr type="t" for="ch" forName="Parent1" refType="h" fact="0.0323"/>
              <dgm:constr type="w" for="ch" forName="Parent1" refType="w" fact="0.5"/>
              <dgm:constr type="h" for="ch" forName="Parent1" refType="h" fact="0.129"/>
              <dgm:constr type="l" for="ch" forName="ChildAccent2" refType="w" fact="0"/>
              <dgm:constr type="t" for="ch" forName="ChildAccent2" refType="h" fact="0.1613"/>
              <dgm:constr type="w" for="ch" forName="ChildAccent2" refType="w" fact="0.5"/>
              <dgm:constr type="h" for="ch" forName="ChildAccent2" refType="h" fact="0.8387"/>
              <dgm:constr type="l" for="ch" forName="Parent2" refType="w" fact="0"/>
              <dgm:constr type="t" for="ch" forName="Parent2" refType="h" fact="0"/>
              <dgm:constr type="w" for="ch" forName="Parent2" refType="w" fact="0.5"/>
              <dgm:constr type="h" for="ch" forName="Parent2" refType="h" fact="0.1613"/>
            </dgm:constrLst>
          </dgm:if>
          <dgm:if name="Name15" axis="ch" ptType="node" func="cnt" op="equ" val="3">
            <dgm:alg type="composite">
              <dgm:param type="ar" val="1.112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Child3" refType="w" fact="0"/>
              <dgm:constr type="t" for="ch" forName="Child3" refType="h" fact="0.1757"/>
              <dgm:constr type="w" for="ch" forName="Child3" refType="w" fact="0.291"/>
              <dgm:constr type="h" for="ch" forName="Child3" refType="h" fact="0.8243"/>
              <dgm:constr type="l" for="ch" forName="Child2" refType="w" fact="0.3333"/>
              <dgm:constr type="t" for="ch" forName="Child2" refType="h" fact="0.1757"/>
              <dgm:constr type="w" for="ch" forName="Child2" refType="w" fact="0.291"/>
              <dgm:constr type="h" for="ch" forName="Child2" refType="h" fact="0.7655"/>
              <dgm:constr type="l" for="ch" forName="Child1" refType="w" fact="0.6667"/>
              <dgm:constr type="t" for="ch" forName="Child1" refType="h" fact="0.1757"/>
              <dgm:constr type="w" for="ch" forName="Child1" refType="w" fact="0.291"/>
              <dgm:constr type="h" for="ch" forName="Child1" refType="h" fact="0.7066"/>
              <dgm:constr type="l" for="ch" forName="ChildAccent1" refType="w" fact="0.6667"/>
              <dgm:constr type="t" for="ch" forName="ChildAccent1" refType="h" fact="0.1757"/>
              <dgm:constr type="w" for="ch" forName="ChildAccent1" refType="w" fact="0.3333"/>
              <dgm:constr type="h" for="ch" forName="ChildAccent1" refType="h" fact="0.7066"/>
              <dgm:constr type="l" for="ch" forName="Parent1" refType="w" fact="0.6667"/>
              <dgm:constr type="t" for="ch" forName="Parent1" refType="h" fact="0.0579"/>
              <dgm:constr type="w" for="ch" forName="Parent1" refType="w" fact="0.3333"/>
              <dgm:constr type="h" for="ch" forName="Parent1" refType="h" fact="0.1178"/>
              <dgm:constr type="l" for="ch" forName="ChildAccent2" refType="w" fact="0.3333"/>
              <dgm:constr type="t" for="ch" forName="ChildAccent2" refType="h" fact="0.1757"/>
              <dgm:constr type="w" for="ch" forName="ChildAccent2" refType="w" fact="0.3333"/>
              <dgm:constr type="h" for="ch" forName="ChildAccent2" refType="h" fact="0.7655"/>
              <dgm:constr type="l" for="ch" forName="Parent2" refType="w" fact="0.3333"/>
              <dgm:constr type="t" for="ch" forName="Parent2" refType="h" fact="0.0285"/>
              <dgm:constr type="w" for="ch" forName="Parent2" refType="w" fact="0.3333"/>
              <dgm:constr type="h" for="ch" forName="Parent2" refType="h" fact="0.1472"/>
              <dgm:constr type="l" for="ch" forName="ChildAccent3" refType="w" fact="0"/>
              <dgm:constr type="t" for="ch" forName="ChildAccent3" refType="h" fact="0.1757"/>
              <dgm:constr type="w" for="ch" forName="ChildAccent3" refType="w" fact="0.3333"/>
              <dgm:constr type="h" for="ch" forName="ChildAccent3" refType="h" fact="0.8243"/>
              <dgm:constr type="l" for="ch" forName="Parent3" refType="w" fact="0"/>
              <dgm:constr type="t" for="ch" forName="Parent3" refType="h" fact="0"/>
              <dgm:constr type="w" for="ch" forName="Parent3" refType="w" fact="0.3333"/>
              <dgm:constr type="h" for="ch" forName="Parent3" refType="h" fact="0.176"/>
            </dgm:constrLst>
          </dgm:if>
          <dgm:if name="Name16" axis="ch" ptType="node" func="cnt" op="equ" val="4">
            <dgm:alg type="composite">
              <dgm:param type="ar" val="1.362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Child4" refType="w" fact="0"/>
              <dgm:constr type="t" for="ch" forName="Child4" refType="h" fact="0.1892"/>
              <dgm:constr type="w" for="ch" forName="Child4" refType="w" fact="0.2183"/>
              <dgm:constr type="h" for="ch" forName="Child4" refType="h" fact="0.8108"/>
              <dgm:constr type="l" for="ch" forName="Child3" refType="w" fact="0.25"/>
              <dgm:constr type="t" for="ch" forName="Child3" refType="h" fact="0.1892"/>
              <dgm:constr type="w" for="ch" forName="Child3" refType="w" fact="0.2183"/>
              <dgm:constr type="h" for="ch" forName="Child3" refType="h" fact="0.7568"/>
              <dgm:constr type="l" for="ch" forName="Child2" refType="w" fact="0.5"/>
              <dgm:constr type="t" for="ch" forName="Child2" refType="h" fact="0.1892"/>
              <dgm:constr type="w" for="ch" forName="Child2" refType="w" fact="0.2183"/>
              <dgm:constr type="h" for="ch" forName="Child2" refType="h" fact="0.7027"/>
              <dgm:constr type="l" for="ch" forName="Child1" refType="w" fact="0.75"/>
              <dgm:constr type="t" for="ch" forName="Child1" refType="h" fact="0.1892"/>
              <dgm:constr type="w" for="ch" forName="Child1" refType="w" fact="0.2183"/>
              <dgm:constr type="h" for="ch" forName="Child1" refType="h" fact="0.6486"/>
              <dgm:constr type="l" for="ch" forName="ChildAccent1" refType="w" fact="0.75"/>
              <dgm:constr type="t" for="ch" forName="ChildAccent1" refType="h" fact="0.1892"/>
              <dgm:constr type="w" for="ch" forName="ChildAccent1" refType="w" fact="0.25"/>
              <dgm:constr type="h" for="ch" forName="ChildAccent1" refType="h" fact="0.6486"/>
              <dgm:constr type="l" for="ch" forName="Parent1" refType="w" fact="0.75"/>
              <dgm:constr type="t" for="ch" forName="Parent1" refType="h" fact="0.0811"/>
              <dgm:constr type="w" for="ch" forName="Parent1" refType="w" fact="0.25"/>
              <dgm:constr type="h" for="ch" forName="Parent1" refType="h" fact="0.1081"/>
              <dgm:constr type="l" for="ch" forName="ChildAccent2" refType="w" fact="0.5"/>
              <dgm:constr type="t" for="ch" forName="ChildAccent2" refType="h" fact="0.1892"/>
              <dgm:constr type="w" for="ch" forName="ChildAccent2" refType="w" fact="0.25"/>
              <dgm:constr type="h" for="ch" forName="ChildAccent2" refType="h" fact="0.7027"/>
              <dgm:constr type="l" for="ch" forName="Parent2" refType="w" fact="0.5"/>
              <dgm:constr type="t" for="ch" forName="Parent2" refType="h" fact="0.0541"/>
              <dgm:constr type="w" for="ch" forName="Parent2" refType="w" fact="0.25"/>
              <dgm:constr type="h" for="ch" forName="Parent2" refType="h" fact="0.1351"/>
              <dgm:constr type="l" for="ch" forName="ChildAccent3" refType="w" fact="0.25"/>
              <dgm:constr type="t" for="ch" forName="ChildAccent3" refType="h" fact="0.1892"/>
              <dgm:constr type="w" for="ch" forName="ChildAccent3" refType="w" fact="0.25"/>
              <dgm:constr type="h" for="ch" forName="ChildAccent3" refType="h" fact="0.7568"/>
              <dgm:constr type="l" for="ch" forName="Parent3" refType="w" fact="0.25"/>
              <dgm:constr type="t" for="ch" forName="Parent3" refType="h" fact="0.0279"/>
              <dgm:constr type="w" for="ch" forName="Parent3" refType="w" fact="0.25"/>
              <dgm:constr type="h" for="ch" forName="Parent3" refType="h" fact="0.161"/>
              <dgm:constr type="l" for="ch" forName="ChildAccent4" refType="w" fact="0"/>
              <dgm:constr type="t" for="ch" forName="ChildAccent4" refType="h" fact="0.1892"/>
              <dgm:constr type="w" for="ch" forName="ChildAccent4" refType="w" fact="0.25"/>
              <dgm:constr type="h" for="ch" forName="ChildAccent4" refType="h" fact="0.8108"/>
              <dgm:constr type="l" for="ch" forName="Parent4" refType="w" fact="0"/>
              <dgm:constr type="t" for="ch" forName="Parent4" refType="h" fact="0"/>
              <dgm:constr type="w" for="ch" forName="Parent4" refType="w" fact="0.25"/>
              <dgm:constr type="h" for="ch" forName="Parent4" refType="h" fact="0.1892"/>
            </dgm:constrLst>
          </dgm:if>
          <dgm:if name="Name17" axis="ch" ptType="node" func="cnt" op="equ" val="5">
            <dgm:alg type="composite">
              <dgm:param type="ar" val="1.5742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Child5" refType="w" fact="0"/>
              <dgm:constr type="t" for="ch" forName="Child5" refType="h" fact="0.2"/>
              <dgm:constr type="w" for="ch" forName="Child5" refType="w" fact="0.1747"/>
              <dgm:constr type="h" for="ch" forName="Child5" refType="h" fact="0.8"/>
              <dgm:constr type="l" for="ch" forName="Child4" refType="w" fact="0.2001"/>
              <dgm:constr type="t" for="ch" forName="Child4" refType="h" fact="0.2"/>
              <dgm:constr type="w" for="ch" forName="Child4" refType="w" fact="0.1747"/>
              <dgm:constr type="h" for="ch" forName="Child4" refType="h" fact="0.75"/>
              <dgm:constr type="l" for="ch" forName="Child3" refType="w" fact="0.4002"/>
              <dgm:constr type="t" for="ch" forName="Child3" refType="h" fact="0.2"/>
              <dgm:constr type="w" for="ch" forName="Child3" refType="w" fact="0.1747"/>
              <dgm:constr type="h" for="ch" forName="Child3" refType="h" fact="0.7"/>
              <dgm:constr type="l" for="ch" forName="Child2" refType="w" fact="0.6003"/>
              <dgm:constr type="t" for="ch" forName="Child2" refType="h" fact="0.2"/>
              <dgm:constr type="w" for="ch" forName="Child2" refType="w" fact="0.1747"/>
              <dgm:constr type="h" for="ch" forName="Child2" refType="h" fact="0.65"/>
              <dgm:constr type="l" for="ch" forName="Child1" refType="w" fact="0.7999"/>
              <dgm:constr type="t" for="ch" forName="Child1" refType="h" fact="0.2"/>
              <dgm:constr type="w" for="ch" forName="Child1" refType="w" fact="0.1747"/>
              <dgm:constr type="h" for="ch" forName="Child1" refType="h" fact="0.6"/>
              <dgm:constr type="l" for="ch" forName="ChildAccent1" refType="w" fact="0.7999"/>
              <dgm:constr type="t" for="ch" forName="ChildAccent1" refType="h" fact="0.2"/>
              <dgm:constr type="w" for="ch" forName="ChildAccent1" refType="w" fact="0.2001"/>
              <dgm:constr type="h" for="ch" forName="ChildAccent1" refType="h" fact="0.6"/>
              <dgm:constr type="l" for="ch" forName="Parent1" refType="w" fact="0.7999"/>
              <dgm:constr type="t" for="ch" forName="Parent1" refType="h" fact="0.1"/>
              <dgm:constr type="w" for="ch" forName="Parent1" refType="w" fact="0.2001"/>
              <dgm:constr type="h" for="ch" forName="Parent1" refType="h" fact="0.1"/>
              <dgm:constr type="l" for="ch" forName="ChildAccent2" refType="w" fact="0.6003"/>
              <dgm:constr type="t" for="ch" forName="ChildAccent2" refType="h" fact="0.2"/>
              <dgm:constr type="w" for="ch" forName="ChildAccent2" refType="w" fact="0.2001"/>
              <dgm:constr type="h" for="ch" forName="ChildAccent2" refType="h" fact="0.65"/>
              <dgm:constr type="l" for="ch" forName="Parent2" refType="w" fact="0.6003"/>
              <dgm:constr type="t" for="ch" forName="Parent2" refType="h" fact="0.075"/>
              <dgm:constr type="w" for="ch" forName="Parent2" refType="w" fact="0.2001"/>
              <dgm:constr type="h" for="ch" forName="Parent2" refType="h" fact="0.125"/>
              <dgm:constr type="l" for="ch" forName="ChildAccent3" refType="w" fact="0.4002"/>
              <dgm:constr type="t" for="ch" forName="ChildAccent3" refType="h" fact="0.2"/>
              <dgm:constr type="w" for="ch" forName="ChildAccent3" refType="w" fact="0.2001"/>
              <dgm:constr type="h" for="ch" forName="ChildAccent3" refType="h" fact="0.7"/>
              <dgm:constr type="l" for="ch" forName="Parent3" refType="w" fact="0.4002"/>
              <dgm:constr type="t" for="ch" forName="Parent3" refType="h" fact="0.0508"/>
              <dgm:constr type="w" for="ch" forName="Parent3" refType="w" fact="0.2001"/>
              <dgm:constr type="h" for="ch" forName="Parent3" refType="h" fact="0.15"/>
              <dgm:constr type="l" for="ch" forName="ChildAccent4" refType="w" fact="0.2001"/>
              <dgm:constr type="t" for="ch" forName="ChildAccent4" refType="h" fact="0.2"/>
              <dgm:constr type="w" for="ch" forName="ChildAccent4" refType="w" fact="0.2001"/>
              <dgm:constr type="h" for="ch" forName="ChildAccent4" refType="h" fact="0.75"/>
              <dgm:constr type="l" for="ch" forName="Parent4" refType="w" fact="0.2001"/>
              <dgm:constr type="t" for="ch" forName="Parent4" refType="h" fact="0.025"/>
              <dgm:constr type="w" for="ch" forName="Parent4" refType="w" fact="0.2001"/>
              <dgm:constr type="h" for="ch" forName="Parent4" refType="h" fact="0.175"/>
              <dgm:constr type="l" for="ch" forName="ChildAccent5" refType="w" fact="0"/>
              <dgm:constr type="t" for="ch" forName="ChildAccent5" refType="h" fact="0.2"/>
              <dgm:constr type="w" for="ch" forName="ChildAccent5" refType="w" fact="0.2001"/>
              <dgm:constr type="h" for="ch" forName="ChildAccent5" refType="h" fact="0.8"/>
              <dgm:constr type="l" for="ch" forName="Parent5" refType="w" fact="0"/>
              <dgm:constr type="t" for="ch" forName="Parent5" refType="h" fact="0"/>
              <dgm:constr type="w" for="ch" forName="Parent5" refType="w" fact="0.2001"/>
              <dgm:constr type="h" for="ch" forName="Parent5" refType="h" fact="0.2"/>
            </dgm:constrLst>
          </dgm:if>
          <dgm:if name="Name18" axis="ch" ptType="node" func="cnt" op="equ" val="6">
            <dgm:alg type="composite">
              <dgm:param type="ar" val="1.756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Child6" refType="w" fact="0"/>
              <dgm:constr type="t" for="ch" forName="Child6" refType="h" fact="0.2087"/>
              <dgm:constr type="w" for="ch" forName="Child6" refType="w" fact="0.1458"/>
              <dgm:constr type="h" for="ch" forName="Child6" refType="h" fact="0.7913"/>
              <dgm:constr type="l" for="ch" forName="Child5" refType="w" fact="0.167"/>
              <dgm:constr type="t" for="ch" forName="Child5" refType="h" fact="0.2087"/>
              <dgm:constr type="w" for="ch" forName="Child5" refType="w" fact="0.1458"/>
              <dgm:constr type="h" for="ch" forName="Child5" refType="h" fact="0.7448"/>
              <dgm:constr type="l" for="ch" forName="Child4" refType="w" fact="0.3339"/>
              <dgm:constr type="t" for="ch" forName="Child4" refType="h" fact="0.2087"/>
              <dgm:constr type="w" for="ch" forName="Child4" refType="w" fact="0.1458"/>
              <dgm:constr type="h" for="ch" forName="Child4" refType="h" fact="0.6982"/>
              <dgm:constr type="l" for="ch" forName="Child3" refType="w" fact="0.5009"/>
              <dgm:constr type="t" for="ch" forName="Child3" refType="h" fact="0.2087"/>
              <dgm:constr type="w" for="ch" forName="Child3" refType="w" fact="0.1458"/>
              <dgm:constr type="h" for="ch" forName="Child3" refType="h" fact="0.6517"/>
              <dgm:constr type="l" for="ch" forName="Child2" refType="w" fact="0.6674"/>
              <dgm:constr type="t" for="ch" forName="Child2" refType="h" fact="0.2087"/>
              <dgm:constr type="w" for="ch" forName="Child2" refType="w" fact="0.1458"/>
              <dgm:constr type="h" for="ch" forName="Child2" refType="h" fact="0.6051"/>
              <dgm:constr type="l" for="ch" forName="Child1" refType="w" fact="0.833"/>
              <dgm:constr type="t" for="ch" forName="Child1" refType="h" fact="0.2087"/>
              <dgm:constr type="w" for="ch" forName="Child1" refType="w" fact="0.1458"/>
              <dgm:constr type="h" for="ch" forName="Child1" refType="h" fact="0.5586"/>
              <dgm:constr type="l" for="ch" forName="ChildAccent1" refType="w" fact="0.833"/>
              <dgm:constr type="t" for="ch" forName="ChildAccent1" refType="h" fact="0.2087"/>
              <dgm:constr type="w" for="ch" forName="ChildAccent1" refType="w" fact="0.167"/>
              <dgm:constr type="h" for="ch" forName="ChildAccent1" refType="h" fact="0.5586"/>
              <dgm:constr type="l" for="ch" forName="Parent1" refType="w" fact="0.833"/>
              <dgm:constr type="t" for="ch" forName="Parent1" refType="h" fact="0.1156"/>
              <dgm:constr type="w" for="ch" forName="Parent1" refType="w" fact="0.167"/>
              <dgm:constr type="h" for="ch" forName="Parent1" refType="h" fact="0.0931"/>
              <dgm:constr type="l" for="ch" forName="ChildAccent2" refType="w" fact="0.6674"/>
              <dgm:constr type="t" for="ch" forName="ChildAccent2" refType="h" fact="0.2087"/>
              <dgm:constr type="w" for="ch" forName="ChildAccent2" refType="w" fact="0.167"/>
              <dgm:constr type="h" for="ch" forName="ChildAccent2" refType="h" fact="0.6051"/>
              <dgm:constr type="l" for="ch" forName="Parent2" refType="w" fact="0.6674"/>
              <dgm:constr type="t" for="ch" forName="Parent2" refType="h" fact="0.0923"/>
              <dgm:constr type="w" for="ch" forName="Parent2" refType="w" fact="0.165"/>
              <dgm:constr type="h" for="ch" forName="Parent2" refType="h" fact="0.1164"/>
              <dgm:constr type="l" for="ch" forName="ChildAccent3" refType="w" fact="0.5009"/>
              <dgm:constr type="t" for="ch" forName="ChildAccent3" refType="h" fact="0.2087"/>
              <dgm:constr type="w" for="ch" forName="ChildAccent3" refType="w" fact="0.167"/>
              <dgm:constr type="h" for="ch" forName="ChildAccent3" refType="h" fact="0.6517"/>
              <dgm:constr type="l" for="ch" forName="Parent3" refType="w" fact="0.5009"/>
              <dgm:constr type="t" for="ch" forName="Parent3" refType="h" fact="0.0698"/>
              <dgm:constr type="w" for="ch" forName="Parent3" refType="w" fact="0.166"/>
              <dgm:constr type="h" for="ch" forName="Parent3" refType="h" fact="0.1396"/>
              <dgm:constr type="l" for="ch" forName="ChildAccent4" refType="w" fact="0.3339"/>
              <dgm:constr type="t" for="ch" forName="ChildAccent4" refType="h" fact="0.2087"/>
              <dgm:constr type="w" for="ch" forName="ChildAccent4" refType="w" fact="0.167"/>
              <dgm:constr type="h" for="ch" forName="ChildAccent4" refType="h" fact="0.6982"/>
              <dgm:constr type="l" for="ch" forName="Parent4" refType="w" fact="0.3339"/>
              <dgm:constr type="t" for="ch" forName="Parent4" refType="h" fact="0.0458"/>
              <dgm:constr type="w" for="ch" forName="Parent4" refType="w" fact="0.167"/>
              <dgm:constr type="h" for="ch" forName="Parent4" refType="h" fact="0.1629"/>
              <dgm:constr type="l" for="ch" forName="ChildAccent5" refType="w" fact="0.167"/>
              <dgm:constr type="t" for="ch" forName="ChildAccent5" refType="h" fact="0.2087"/>
              <dgm:constr type="w" for="ch" forName="ChildAccent5" refType="w" fact="0.167"/>
              <dgm:constr type="h" for="ch" forName="ChildAccent5" refType="h" fact="0.7448"/>
              <dgm:constr type="l" for="ch" forName="Parent5" refType="w" fact="0.167"/>
              <dgm:constr type="t" for="ch" forName="Parent5" refType="h" fact="0.0225"/>
              <dgm:constr type="w" for="ch" forName="Parent5" refType="w" fact="0.167"/>
              <dgm:constr type="h" for="ch" forName="Parent5" refType="h" fact="0.1862"/>
              <dgm:constr type="l" for="ch" forName="ChildAccent6" refType="w" fact="0"/>
              <dgm:constr type="t" for="ch" forName="ChildAccent6" refType="h" fact="0.2087"/>
              <dgm:constr type="w" for="ch" forName="ChildAccent6" refType="w" fact="0.167"/>
              <dgm:constr type="h" for="ch" forName="ChildAccent6" refType="h" fact="0.7913"/>
              <dgm:constr type="l" for="ch" forName="Parent6" refType="w" fact="0"/>
              <dgm:constr type="t" for="ch" forName="Parent6" refType="h" fact="0"/>
              <dgm:constr type="w" for="ch" forName="Parent6" refType="w" fact="0.167"/>
              <dgm:constr type="h" for="ch" forName="Parent6" refType="h" fact="0.2095"/>
            </dgm:constrLst>
          </dgm:if>
          <dgm:else name="Name19">
            <dgm:alg type="composite">
              <dgm:param type="ar" val="1.9137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Child7" refType="w" fact="0"/>
              <dgm:constr type="t" for="ch" forName="Child7" refType="h" fact="0.2168"/>
              <dgm:constr type="w" for="ch" forName="Child7" refType="w" fact="0.125"/>
              <dgm:constr type="h" for="ch" forName="Child7" refType="h" fact="0.7832"/>
              <dgm:constr type="l" for="ch" forName="Child6" refType="w" fact="0.1432"/>
              <dgm:constr type="t" for="ch" forName="Child6" refType="h" fact="0.2168"/>
              <dgm:constr type="w" for="ch" forName="Child6" refType="w" fact="0.125"/>
              <dgm:constr type="h" for="ch" forName="Child6" refType="h" fact="0.7397"/>
              <dgm:constr type="l" for="ch" forName="Child5" refType="w" fact="0.2865"/>
              <dgm:constr type="t" for="ch" forName="Child5" refType="h" fact="0.2168"/>
              <dgm:constr type="w" for="ch" forName="Child5" refType="w" fact="0.125"/>
              <dgm:constr type="h" for="ch" forName="Child5" refType="h" fact="0.6962"/>
              <dgm:constr type="l" for="ch" forName="Child4" refType="w" fact="0.4297"/>
              <dgm:constr type="t" for="ch" forName="Child4" refType="h" fact="0.2168"/>
              <dgm:constr type="w" for="ch" forName="Child4" refType="w" fact="0.125"/>
              <dgm:constr type="h" for="ch" forName="Child4" refType="h" fact="0.6526"/>
              <dgm:constr type="l" for="ch" forName="Child3" refType="w" fact="0.5726"/>
              <dgm:constr type="t" for="ch" forName="Child3" refType="h" fact="0.2168"/>
              <dgm:constr type="w" for="ch" forName="Child3" refType="w" fact="0.125"/>
              <dgm:constr type="h" for="ch" forName="Child3" refType="h" fact="0.6091"/>
              <dgm:constr type="l" for="ch" forName="Child2" refType="w" fact="0.7147"/>
              <dgm:constr type="t" for="ch" forName="Child2" refType="h" fact="0.2168"/>
              <dgm:constr type="w" for="ch" forName="Child2" refType="w" fact="0.125"/>
              <dgm:constr type="h" for="ch" forName="Child2" refType="h" fact="0.5656"/>
              <dgm:constr type="l" for="ch" forName="Child1" refType="w" fact="0.8568"/>
              <dgm:constr type="t" for="ch" forName="Child1" refType="h" fact="0.2168"/>
              <dgm:constr type="w" for="ch" forName="Child1" refType="w" fact="0.125"/>
              <dgm:constr type="h" for="ch" forName="Child1" refType="h" fact="0.5221"/>
              <dgm:constr type="l" for="ch" forName="ChildAccent1" refType="w" fact="0.8568"/>
              <dgm:constr type="t" for="ch" forName="ChildAccent1" refType="h" fact="0.2168"/>
              <dgm:constr type="w" for="ch" forName="ChildAccent1" refType="w" fact="0.1432"/>
              <dgm:constr type="h" for="ch" forName="ChildAccent1" refType="h" fact="0.5221"/>
              <dgm:constr type="l" for="ch" forName="Parent1" refType="w" fact="0.8568"/>
              <dgm:constr type="t" for="ch" forName="Parent1" refType="h" fact="0.1298"/>
              <dgm:constr type="w" for="ch" forName="Parent1" refType="w" fact="0.1432"/>
              <dgm:constr type="h" for="ch" forName="Parent1" refType="h" fact="0.087"/>
              <dgm:constr type="l" for="ch" forName="ChildAccent2" refType="w" fact="0.7147"/>
              <dgm:constr type="t" for="ch" forName="ChildAccent2" refType="h" fact="0.2168"/>
              <dgm:constr type="w" for="ch" forName="ChildAccent2" refType="w" fact="0.1432"/>
              <dgm:constr type="h" for="ch" forName="ChildAccent2" refType="h" fact="0.5656"/>
              <dgm:constr type="l" for="ch" forName="Parent2" refType="w" fact="0.7147"/>
              <dgm:constr type="t" for="ch" forName="Parent2" refType="h" fact="0.108"/>
              <dgm:constr type="w" for="ch" forName="Parent2" refType="w" fact="0.1425"/>
              <dgm:constr type="h" for="ch" forName="Parent2" refType="h" fact="0.1088"/>
              <dgm:constr type="l" for="ch" forName="ChildAccent3" refType="w" fact="0.5726"/>
              <dgm:constr type="t" for="ch" forName="ChildAccent3" refType="h" fact="0.2168"/>
              <dgm:constr type="w" for="ch" forName="ChildAccent3" refType="w" fact="0.1432"/>
              <dgm:constr type="h" for="ch" forName="ChildAccent3" refType="h" fact="0.6091"/>
              <dgm:constr type="l" for="ch" forName="Parent3" refType="w" fact="0.5726"/>
              <dgm:constr type="t" for="ch" forName="Parent3" refType="h" fact="0.087"/>
              <dgm:constr type="w" for="ch" forName="Parent3" refType="w" fact="0.142"/>
              <dgm:constr type="h" for="ch" forName="Parent3" refType="h" fact="0.1305"/>
              <dgm:constr type="l" for="ch" forName="ChildAccent4" refType="w" fact="0.4297"/>
              <dgm:constr type="t" for="ch" forName="ChildAccent4" refType="h" fact="0.2168"/>
              <dgm:constr type="w" for="ch" forName="ChildAccent4" refType="w" fact="0.1432"/>
              <dgm:constr type="h" for="ch" forName="ChildAccent4" refType="h" fact="0.6526"/>
              <dgm:constr type="l" for="ch" forName="Parent4" refType="w" fact="0.4297"/>
              <dgm:constr type="t" for="ch" forName="Parent4" refType="h" fact="0.0645"/>
              <dgm:constr type="w" for="ch" forName="Parent4" refType="w" fact="0.1432"/>
              <dgm:constr type="h" for="ch" forName="Parent4" refType="h" fact="0.1523"/>
              <dgm:constr type="l" for="ch" forName="ChildAccent5" refType="w" fact="0.2865"/>
              <dgm:constr type="t" for="ch" forName="ChildAccent5" refType="h" fact="0.2168"/>
              <dgm:constr type="w" for="ch" forName="ChildAccent5" refType="w" fact="0.1432"/>
              <dgm:constr type="h" for="ch" forName="ChildAccent5" refType="h" fact="0.6962"/>
              <dgm:constr type="l" for="ch" forName="Parent5" refType="w" fact="0.2865"/>
              <dgm:constr type="t" for="ch" forName="Parent5" refType="h" fact="0.0428"/>
              <dgm:constr type="w" for="ch" forName="Parent5" refType="w" fact="0.1432"/>
              <dgm:constr type="h" for="ch" forName="Parent5" refType="h" fact="0.174"/>
              <dgm:constr type="l" for="ch" forName="ChildAccent6" refType="w" fact="0.1432"/>
              <dgm:constr type="t" for="ch" forName="ChildAccent6" refType="h" fact="0.2168"/>
              <dgm:constr type="w" for="ch" forName="ChildAccent6" refType="w" fact="0.1432"/>
              <dgm:constr type="h" for="ch" forName="ChildAccent6" refType="h" fact="0.7397"/>
              <dgm:constr type="l" for="ch" forName="Parent6" refType="w" fact="0.1432"/>
              <dgm:constr type="t" for="ch" forName="Parent6" refType="h" fact="0.0217"/>
              <dgm:constr type="w" for="ch" forName="Parent6" refType="w" fact="0.1432"/>
              <dgm:constr type="h" for="ch" forName="Parent6" refType="h" fact="0.1958"/>
              <dgm:constr type="l" for="ch" forName="ChildAccent7" refType="w" fact="0"/>
              <dgm:constr type="t" for="ch" forName="ChildAccent7" refType="h" fact="0.2168"/>
              <dgm:constr type="w" for="ch" forName="ChildAccent7" refType="w" fact="0.1432"/>
              <dgm:constr type="h" for="ch" forName="ChildAccent7" refType="h" fact="0.7832"/>
              <dgm:constr type="l" for="ch" forName="Parent7" refType="w" fact="0"/>
              <dgm:constr type="t" for="ch" forName="Parent7" refType="h" fact="0"/>
              <dgm:constr type="w" for="ch" forName="Parent7" refType="w" fact="0.1432"/>
              <dgm:constr type="h" for="ch" forName="Parent7" refType="h" fact="0.2175"/>
            </dgm:constrLst>
          </dgm:else>
        </dgm:choose>
      </dgm:else>
    </dgm:choose>
    <dgm:forEach name="wrapper" axis="self" ptType="parTrans">
      <dgm:forEach name="accentRepeat" axis="self">
        <dgm:layoutNode name="ChildAccent" styleLbl="alignImgPlace1">
          <dgm:alg type="sp"/>
          <dgm:choose name="Name20">
            <dgm:if name="Name21" axis="followSib" ptType="node" func="cnt" op="equ" val="0">
              <dgm:shape xmlns:r="http://schemas.openxmlformats.org/officeDocument/2006/relationships" type="wedgeRectCallout" r:blip="">
                <dgm:adjLst>
                  <dgm:adj idx="1" val="0"/>
                  <dgm:adj idx="2" val="0"/>
                </dgm:adjLst>
              </dgm:shape>
            </dgm:if>
            <dgm:else name="Name22">
              <dgm:choose name="Name23">
                <dgm:if name="Name24" axis="precedSib" ptType="node" func="cnt" op="equ" val="6">
                  <dgm:shape xmlns:r="http://schemas.openxmlformats.org/officeDocument/2006/relationships" type="wedgeRectCallout" r:blip="">
                    <dgm:adjLst>
                      <dgm:adj idx="1" val="0"/>
                      <dgm:adj idx="2" val="0"/>
                    </dgm:adjLst>
                  </dgm:shape>
                </dgm:if>
                <dgm:else name="Name25">
                  <dgm:choose name="Name26">
                    <dgm:if name="Name27" func="var" arg="dir" op="equ" val="norm">
                      <dgm:shape xmlns:r="http://schemas.openxmlformats.org/officeDocument/2006/relationships" type="wedgeRectCallout" r:blip="">
                        <dgm:adjLst>
                          <dgm:adj idx="1" val="0.625"/>
                          <dgm:adj idx="2" val="0.2083"/>
                        </dgm:adjLst>
                      </dgm:shape>
                    </dgm:if>
                    <dgm:else name="Name28">
                      <dgm:shape xmlns:r="http://schemas.openxmlformats.org/officeDocument/2006/relationships" type="wedgeRectCallout" r:blip="">
                        <dgm:adjLst>
                          <dgm:adj idx="1" val="-0.625"/>
                          <dgm:adj idx="2" val="0.2083"/>
                        </dgm:adjLst>
                      </dgm:shape>
                    </dgm:else>
                  </dgm:choose>
                </dgm:else>
              </dgm:choose>
            </dgm:else>
          </dgm:choose>
          <dgm:presOf axis="des" ptType="node"/>
        </dgm:layoutNode>
      </dgm:forEach>
    </dgm:forEach>
    <dgm:forEach name="Name29" axis="ch" ptType="node" st="7" cnt="1">
      <dgm:layoutNode name="ChildAccent7">
        <dgm:alg type="sp"/>
        <dgm:shape xmlns:r="http://schemas.openxmlformats.org/officeDocument/2006/relationships" r:blip="">
          <dgm:adjLst/>
        </dgm:shape>
        <dgm:presOf/>
        <dgm:constrLst/>
        <dgm:forEach name="Name30" ref="accentRepeat"/>
      </dgm:layoutNode>
      <dgm:layoutNode name="Child7" styleLbl="revTx">
        <dgm:varLst>
          <dgm:chMax val="0"/>
          <dgm:chPref val="0"/>
          <dgm:bulletEnabled val="1"/>
        </dgm:varLst>
        <dgm:choose name="Name31">
          <dgm:if name="Name3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7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4" axis="ch" ptType="node" st="6" cnt="1">
      <dgm:layoutNode name="ChildAccent6">
        <dgm:alg type="sp"/>
        <dgm:shape xmlns:r="http://schemas.openxmlformats.org/officeDocument/2006/relationships" r:blip="">
          <dgm:adjLst/>
        </dgm:shape>
        <dgm:presOf/>
        <dgm:constrLst/>
        <dgm:forEach name="Name35" ref="accentRepeat"/>
      </dgm:layoutNode>
      <dgm:layoutNode name="Child6" styleLbl="revTx">
        <dgm:varLst>
          <dgm:chMax val="0"/>
          <dgm:chPref val="0"/>
          <dgm:bulletEnabled val="1"/>
        </dgm:varLst>
        <dgm:choose name="Name36">
          <dgm:if name="Name3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3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6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39" axis="ch" ptType="node" st="5" cnt="1">
      <dgm:layoutNode name="ChildAccent5">
        <dgm:alg type="sp"/>
        <dgm:shape xmlns:r="http://schemas.openxmlformats.org/officeDocument/2006/relationships" r:blip="">
          <dgm:adjLst/>
        </dgm:shape>
        <dgm:presOf/>
        <dgm:constrLst/>
        <dgm:forEach name="Name40" ref="accentRepeat"/>
      </dgm:layoutNode>
      <dgm:layoutNode name="Child5" styleLbl="revTx">
        <dgm:varLst>
          <dgm:chMax val="0"/>
          <dgm:chPref val="0"/>
          <dgm:bulletEnabled val="1"/>
        </dgm:varLst>
        <dgm:choose name="Name41">
          <dgm:if name="Name4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5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4" axis="ch" ptType="node" st="4" cnt="1">
      <dgm:layoutNode name="ChildAccent4">
        <dgm:alg type="sp"/>
        <dgm:shape xmlns:r="http://schemas.openxmlformats.org/officeDocument/2006/relationships" r:blip="">
          <dgm:adjLst/>
        </dgm:shape>
        <dgm:presOf/>
        <dgm:constrLst/>
        <dgm:forEach name="Name45" ref="accentRepeat"/>
      </dgm:layoutNode>
      <dgm:layoutNode name="Child4" styleLbl="revTx">
        <dgm:varLst>
          <dgm:chMax val="0"/>
          <dgm:chPref val="0"/>
          <dgm:bulletEnabled val="1"/>
        </dgm:varLst>
        <dgm:choose name="Name46">
          <dgm:if name="Name4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4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4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49" axis="ch" ptType="node" st="3" cnt="1">
      <dgm:layoutNode name="ChildAccent3">
        <dgm:alg type="sp"/>
        <dgm:shape xmlns:r="http://schemas.openxmlformats.org/officeDocument/2006/relationships" r:blip="">
          <dgm:adjLst/>
        </dgm:shape>
        <dgm:presOf/>
        <dgm:constrLst/>
        <dgm:forEach name="Name50" ref="accentRepeat"/>
      </dgm:layoutNode>
      <dgm:layoutNode name="Child3" styleLbl="revTx">
        <dgm:varLst>
          <dgm:chMax val="0"/>
          <dgm:chPref val="0"/>
          <dgm:bulletEnabled val="1"/>
        </dgm:varLst>
        <dgm:choose name="Name51">
          <dgm:if name="Name5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3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4" axis="ch" ptType="node" st="2" cnt="1">
      <dgm:layoutNode name="ChildAccent2">
        <dgm:alg type="sp"/>
        <dgm:shape xmlns:r="http://schemas.openxmlformats.org/officeDocument/2006/relationships" r:blip="">
          <dgm:adjLst/>
        </dgm:shape>
        <dgm:presOf/>
        <dgm:constrLst/>
        <dgm:forEach name="Name55" ref="accentRepeat"/>
      </dgm:layoutNode>
      <dgm:layoutNode name="Child2" styleLbl="revTx">
        <dgm:varLst>
          <dgm:chMax val="0"/>
          <dgm:chPref val="0"/>
          <dgm:bulletEnabled val="1"/>
        </dgm:varLst>
        <dgm:choose name="Name56">
          <dgm:if name="Name57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58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2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  <dgm:forEach name="Name59" axis="ch" ptType="node" cnt="1">
      <dgm:layoutNode name="ChildAccent1">
        <dgm:alg type="sp"/>
        <dgm:shape xmlns:r="http://schemas.openxmlformats.org/officeDocument/2006/relationships" r:blip="">
          <dgm:adjLst/>
        </dgm:shape>
        <dgm:presOf/>
        <dgm:constrLst/>
        <dgm:forEach name="Name60" ref="accentRepeat"/>
      </dgm:layoutNode>
      <dgm:layoutNode name="Child1" styleLbl="revTx">
        <dgm:varLst>
          <dgm:chMax val="0"/>
          <dgm:chPref val="0"/>
          <dgm:bulletEnabled val="1"/>
        </dgm:varLst>
        <dgm:choose name="Name61">
          <dgm:if name="Name62" func="var" arg="dir" op="equ" val="norm">
            <dgm:alg type="tx">
              <dgm:param type="parTxLTRAlign" val="r"/>
              <dgm:param type="shpTxLTRAlignCh" val="r"/>
              <dgm:param type="txAnchorVert" val="t"/>
            </dgm:alg>
          </dgm:if>
          <dgm:else name="Name63">
            <dgm:alg type="tx">
              <dgm:param type="parTxLTRAlign" val="l"/>
              <dgm:param type="shpTxLTRAlignCh" val="l"/>
              <dgm:param type="txAnchorVert" val="t"/>
            </dgm:alg>
          </dgm:else>
        </dgm:choose>
        <dgm:shape xmlns:r="http://schemas.openxmlformats.org/officeDocument/2006/relationships" type="rect" r:blip="" hideGeom="1">
          <dgm:adjLst/>
        </dgm:shape>
        <dgm:presOf axis="des" ptType="node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  <dgm:layoutNode name="Parent1" styleLbl="node1">
        <dgm:varLst>
          <dgm:chMax val="2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25"/>
          <dgm:constr type="rMarg" refType="primFontSz" fact="0.25"/>
          <dgm:constr type="tMarg" refType="primFontSz" fact="0.25"/>
          <dgm:constr type="bMarg" refType="primFontSz" fact="0.2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16/01/2026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35835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16-01-2026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16-01-2026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buClr>
                <a:srgbClr val="17365D"/>
              </a:buClr>
              <a:buSzPts val="1700"/>
            </a:pPr>
            <a:r>
              <a:rPr lang="en-IN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Poornima S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2" y="4130278"/>
            <a:ext cx="11883258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CSE7302 - INTERNSHIP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Dr. Pallavi R</a:t>
            </a:r>
          </a:p>
          <a:p>
            <a:pPr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</a:t>
            </a:r>
            <a:r>
              <a:rPr lang="en-US" sz="2000" b="1" dirty="0" err="1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Saptarsi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Sanyal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Review-1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Front-End Intern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1575374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Aditya Kulkarni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20221CSG0013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8CSG-01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993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27591-4F0C-B280-30FC-6FD5A7F57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5A51F-9BCF-7E53-FEBA-948013FC3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A6711-A3F7-F598-AC39-43F68B16D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/>
          <a:lstStyle/>
          <a:p>
            <a:r>
              <a:rPr lang="en-US" b="1" dirty="0" err="1"/>
              <a:t>Raghuraj</a:t>
            </a:r>
            <a:r>
              <a:rPr lang="en-US" b="1" dirty="0"/>
              <a:t> </a:t>
            </a:r>
            <a:r>
              <a:rPr lang="en-US" dirty="0"/>
              <a:t>is an eco-conscious company focused on providing sustainable energy products and infrastructure. Their stated mission is to create a cleaner, more sustainable environment by helping customers adopt </a:t>
            </a:r>
            <a:r>
              <a:rPr lang="en-US" b="1" dirty="0"/>
              <a:t>economical and eco-friendly </a:t>
            </a:r>
            <a:r>
              <a:rPr lang="en-US" dirty="0"/>
              <a:t>lifestyles. They specialize in the sale and installation of various green technology and utility systems. The company is based in </a:t>
            </a:r>
            <a:r>
              <a:rPr lang="en-US" b="1" dirty="0"/>
              <a:t>Goa</a:t>
            </a:r>
            <a:r>
              <a:rPr lang="en-US" dirty="0"/>
              <a:t>, India but operates in </a:t>
            </a:r>
            <a:r>
              <a:rPr lang="en-US" b="1" dirty="0"/>
              <a:t>Mumbai</a:t>
            </a:r>
            <a:r>
              <a:rPr lang="en-US" dirty="0"/>
              <a:t> as well. They specialize in the sale and installation of various green technology and utility systems.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3AFFA6-7D25-698C-04DF-0B793C790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82242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Products :</a:t>
            </a:r>
          </a:p>
          <a:p>
            <a:pPr marL="0" indent="0">
              <a:buNone/>
            </a:pPr>
            <a:r>
              <a:rPr lang="en-US" dirty="0"/>
              <a:t>The company provides installation and support services for many products, as well as other electrical services.</a:t>
            </a:r>
          </a:p>
          <a:p>
            <a:r>
              <a:rPr lang="en-IN" dirty="0"/>
              <a:t>Solar Panels </a:t>
            </a:r>
          </a:p>
          <a:p>
            <a:r>
              <a:rPr lang="en-IN" dirty="0"/>
              <a:t>Mini Wind Turbines </a:t>
            </a:r>
          </a:p>
          <a:p>
            <a:r>
              <a:rPr lang="en-IN" dirty="0"/>
              <a:t>EV Charging</a:t>
            </a:r>
          </a:p>
          <a:p>
            <a:r>
              <a:rPr lang="en-IN" dirty="0"/>
              <a:t>Transformer Generator </a:t>
            </a:r>
          </a:p>
          <a:p>
            <a:r>
              <a:rPr lang="en-IN" dirty="0"/>
              <a:t>WTP, STP </a:t>
            </a:r>
          </a:p>
          <a:p>
            <a:r>
              <a:rPr lang="en-IN" dirty="0"/>
              <a:t>Swimming Pool </a:t>
            </a:r>
          </a:p>
          <a:p>
            <a:r>
              <a:rPr lang="en-IN" dirty="0"/>
              <a:t>Heat Pump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13F19-DEA1-20CF-A4B0-79723F61D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270CD-5230-B2E4-B9E4-F7AAFE418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664E0F-AA75-0717-2BC2-CBE55F644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45031"/>
            <a:ext cx="10515600" cy="4193176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Clients :</a:t>
            </a:r>
          </a:p>
          <a:p>
            <a:pPr marL="0" indent="0">
              <a:buNone/>
            </a:pPr>
            <a:r>
              <a:rPr lang="en-IN" dirty="0"/>
              <a:t>The company boasts a heavy client list of residential and commercial builders, hotels etc. from Mumbai as well as Goa.</a:t>
            </a:r>
          </a:p>
          <a:p>
            <a:r>
              <a:rPr lang="en-IN" dirty="0"/>
              <a:t>Hotel La Calypso, Hotel IVY, Hotel Ramada - Goa </a:t>
            </a:r>
          </a:p>
          <a:p>
            <a:r>
              <a:rPr lang="en-IN" dirty="0"/>
              <a:t>IKON INDUSTRIES – Mumbai</a:t>
            </a:r>
          </a:p>
          <a:p>
            <a:r>
              <a:rPr lang="en-IN" dirty="0"/>
              <a:t>DLH Lok Mitra – Goregaon, Mumbai</a:t>
            </a:r>
          </a:p>
          <a:p>
            <a:r>
              <a:rPr lang="en-IN" dirty="0" err="1"/>
              <a:t>Aadhvay</a:t>
            </a:r>
            <a:r>
              <a:rPr lang="en-IN" dirty="0"/>
              <a:t> Realtors - Goa</a:t>
            </a:r>
          </a:p>
          <a:p>
            <a:r>
              <a:rPr lang="en-IN" dirty="0" err="1"/>
              <a:t>Aadhvay</a:t>
            </a:r>
            <a:r>
              <a:rPr lang="en-IN" dirty="0"/>
              <a:t> Ventures - Goa</a:t>
            </a:r>
          </a:p>
          <a:p>
            <a:r>
              <a:rPr lang="en-IN" dirty="0"/>
              <a:t>Dynamic Crest - Thane</a:t>
            </a:r>
          </a:p>
          <a:p>
            <a:r>
              <a:rPr lang="en-IN" dirty="0"/>
              <a:t>HELICON HEIGHTS CHS. LTD. - Mumbai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BDBBCB-98F5-AE81-6B71-41C278B6E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46655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E324063-62B6-C54B-C9FE-39726CDDD65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48516"/>
            <a:ext cx="11240578" cy="35291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During the course of the Internship, I will be: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Designated to work in the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Web Development &amp; Frontend Engineering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domain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Focusing on developing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responsive web platform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 sustainable technology solutions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GB" sz="2000" dirty="0">
                <a:latin typeface="Arial" panose="020B0604020202020204" pitchFamily="34" charset="0"/>
                <a:cs typeface="Arial" panose="020B0604020202020204" pitchFamily="34" charset="0"/>
              </a:rPr>
              <a:t>Will collaborate with the technical team to integrate frontend components with backend services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GB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Key Technologies (as per role scope):</a:t>
            </a:r>
            <a:endParaRPr lang="en-I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HTML, CSS, React (Frontend Web Technologies)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Responsive Web Design principles</a:t>
            </a:r>
          </a:p>
          <a:p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UI/UX Design practices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 development team, reporting to Project manager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/>
              <a:t>Weak DSA concepts, causing a few rejections.</a:t>
            </a:r>
          </a:p>
          <a:p>
            <a:r>
              <a:rPr lang="en-US" dirty="0"/>
              <a:t>Explaining in-depth implementation of React.js due to its vastness</a:t>
            </a:r>
          </a:p>
          <a:p>
            <a:r>
              <a:rPr lang="en-GB" dirty="0"/>
              <a:t>Balancing academic responsibilities, especially during the capstone project, all while preparing for internships</a:t>
            </a:r>
          </a:p>
          <a:p>
            <a:r>
              <a:rPr lang="en-GB" dirty="0"/>
              <a:t>Understanding industry expectations beyond classroom learning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r>
              <a:rPr lang="en-US" dirty="0"/>
              <a:t>To establish a professional digital presence for </a:t>
            </a:r>
            <a:r>
              <a:rPr lang="en-US" b="1" dirty="0" err="1"/>
              <a:t>Raghuraj</a:t>
            </a:r>
            <a:r>
              <a:rPr lang="en-US" dirty="0"/>
              <a:t>, enabling the company to expand its market reach and streamline customer interactions through a modern web platform.</a:t>
            </a:r>
          </a:p>
          <a:p>
            <a:r>
              <a:rPr lang="en-US" dirty="0"/>
              <a:t> And gain experience of building software solutions from the foundation to the deployment.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  <p:graphicFrame>
        <p:nvGraphicFramePr>
          <p:cNvPr id="8" name="Content Placeholder 7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6474554"/>
              </p:ext>
            </p:extLst>
          </p:nvPr>
        </p:nvGraphicFramePr>
        <p:xfrm>
          <a:off x="838200" y="1210491"/>
          <a:ext cx="10515600" cy="40581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70371" y="901298"/>
            <a:ext cx="69488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rgbClr val="0070C0"/>
                </a:solidFill>
              </a:rPr>
              <a:t>Note: Write in the below table what u will be achieving in each review</a:t>
            </a:r>
          </a:p>
        </p:txBody>
      </p:sp>
    </p:spTree>
    <p:extLst>
      <p:ext uri="{BB962C8B-B14F-4D97-AF65-F5344CB8AC3E}">
        <p14:creationId xmlns:p14="http://schemas.microsoft.com/office/powerpoint/2010/main" val="34971002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/>
              <a:t>https://github.com/aditya-7524/CSE7302_Internship_20221CSG0013</a:t>
            </a:r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12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75465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7334</TotalTime>
  <Words>589</Words>
  <Application>Microsoft Office PowerPoint</Application>
  <PresentationFormat>Widescreen</PresentationFormat>
  <Paragraphs>97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About Company or Organization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Internship Road Map</vt:lpstr>
      <vt:lpstr>Github Link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Aditya Kulkarni</cp:lastModifiedBy>
  <cp:revision>719</cp:revision>
  <dcterms:created xsi:type="dcterms:W3CDTF">2022-10-14T07:18:17Z</dcterms:created>
  <dcterms:modified xsi:type="dcterms:W3CDTF">2026-01-16T06:21:39Z</dcterms:modified>
</cp:coreProperties>
</file>